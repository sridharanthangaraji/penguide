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1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2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2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29" name="PlaceHolder 4"/>
          <p:cNvSpPr>
            <a:spLocks noGrp="1"/>
          </p:cNvSpPr>
          <p:nvPr>
            <p:ph type="dt" idx="58"/>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30" name="PlaceHolder 5"/>
          <p:cNvSpPr>
            <a:spLocks noGrp="1"/>
          </p:cNvSpPr>
          <p:nvPr>
            <p:ph type="ftr" idx="59"/>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31" name="PlaceHolder 6"/>
          <p:cNvSpPr>
            <a:spLocks noGrp="1"/>
          </p:cNvSpPr>
          <p:nvPr>
            <p:ph type="sldNum" idx="60"/>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1CF7ECF9-3D9C-47E0-9914-D3527F13A322}"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380880" y="685800"/>
            <a:ext cx="6094800" cy="3427920"/>
          </a:xfrm>
          <a:prstGeom prst="rect">
            <a:avLst/>
          </a:prstGeom>
          <a:ln w="0">
            <a:noFill/>
          </a:ln>
        </p:spPr>
      </p:sp>
      <p:sp>
        <p:nvSpPr>
          <p:cNvPr id="37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73" name="PlaceHolder 3"/>
          <p:cNvSpPr>
            <a:spLocks noGrp="1"/>
          </p:cNvSpPr>
          <p:nvPr>
            <p:ph type="sldNum" idx="61"/>
          </p:nvPr>
        </p:nvSpPr>
        <p:spPr>
          <a:xfrm>
            <a:off x="3884760" y="8685360"/>
            <a:ext cx="2970720" cy="4561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BBD29B9C-8E55-4E5E-8B58-D6CDB0B487CA}"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C68BFD7-90DD-444B-B627-14F826F3C22A}"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1040" cy="6867360"/>
            <a:chOff x="0" y="-8640"/>
            <a:chExt cx="12191040" cy="6867360"/>
          </a:xfrm>
        </p:grpSpPr>
        <p:cxnSp>
          <p:nvCxnSpPr>
            <p:cNvPr id="32" name="Straight Connector 19"/>
            <p:cNvCxnSpPr/>
            <p:nvPr/>
          </p:nvCxnSpPr>
          <p:spPr>
            <a:xfrm>
              <a:off x="9370800" y="0"/>
              <a:ext cx="1220400" cy="6859080"/>
            </a:xfrm>
            <a:prstGeom prst="straightConnector1">
              <a:avLst/>
            </a:prstGeom>
            <a:ln cap="rnd" w="9525">
              <a:solidFill>
                <a:srgbClr val="bfbfbf"/>
              </a:solidFill>
              <a:round/>
            </a:ln>
          </p:spPr>
        </p:cxnSp>
        <p:cxnSp>
          <p:nvCxnSpPr>
            <p:cNvPr id="3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3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931320" y="609480"/>
            <a:ext cx="809316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43" name="PlaceHolder 2"/>
          <p:cNvSpPr>
            <a:spLocks noGrp="1"/>
          </p:cNvSpPr>
          <p:nvPr>
            <p:ph type="body"/>
          </p:nvPr>
        </p:nvSpPr>
        <p:spPr>
          <a:xfrm>
            <a:off x="677160" y="4013280"/>
            <a:ext cx="8595720" cy="513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44" name="PlaceHolder 3"/>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39B05EE-2FFA-434F-A73B-5290D945B9B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48" name="TextBox 23"/>
          <p:cNvSpPr/>
          <p:nvPr/>
        </p:nvSpPr>
        <p:spPr>
          <a:xfrm>
            <a:off x="541800" y="79020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49" name="TextBox 24"/>
          <p:cNvSpPr/>
          <p:nvPr/>
        </p:nvSpPr>
        <p:spPr>
          <a:xfrm>
            <a:off x="8893080" y="288648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50" name="Group 6"/>
          <p:cNvGrpSpPr/>
          <p:nvPr/>
        </p:nvGrpSpPr>
        <p:grpSpPr>
          <a:xfrm>
            <a:off x="0" y="-8640"/>
            <a:ext cx="12191040" cy="6867360"/>
            <a:chOff x="0" y="-8640"/>
            <a:chExt cx="12191040" cy="6867360"/>
          </a:xfrm>
        </p:grpSpPr>
        <p:cxnSp>
          <p:nvCxnSpPr>
            <p:cNvPr id="51" name="Straight Connector 19"/>
            <p:cNvCxnSpPr/>
            <p:nvPr/>
          </p:nvCxnSpPr>
          <p:spPr>
            <a:xfrm>
              <a:off x="9370800" y="0"/>
              <a:ext cx="1220400" cy="6859080"/>
            </a:xfrm>
            <a:prstGeom prst="straightConnector1">
              <a:avLst/>
            </a:prstGeom>
            <a:ln cap="rnd" w="9525">
              <a:solidFill>
                <a:srgbClr val="bfbfbf"/>
              </a:solidFill>
              <a:round/>
            </a:ln>
          </p:spPr>
        </p:cxnSp>
        <p:cxnSp>
          <p:nvCxnSpPr>
            <p:cNvPr id="5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5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61" name="PlaceHolder 1"/>
          <p:cNvSpPr>
            <a:spLocks noGrp="1"/>
          </p:cNvSpPr>
          <p:nvPr>
            <p:ph type="title"/>
          </p:nvPr>
        </p:nvSpPr>
        <p:spPr>
          <a:xfrm>
            <a:off x="685800" y="609480"/>
            <a:ext cx="858708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62" name="PlaceHolder 2"/>
          <p:cNvSpPr>
            <a:spLocks noGrp="1"/>
          </p:cNvSpPr>
          <p:nvPr>
            <p:ph type="body"/>
          </p:nvPr>
        </p:nvSpPr>
        <p:spPr>
          <a:xfrm>
            <a:off x="677160" y="4013280"/>
            <a:ext cx="8595720" cy="513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3" name="PlaceHolder 3"/>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64" name="PlaceHolder 4"/>
          <p:cNvSpPr>
            <a:spLocks noGrp="1"/>
          </p:cNvSpPr>
          <p:nvPr>
            <p:ph type="dt" idx="7"/>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5" name="PlaceHolder 5"/>
          <p:cNvSpPr>
            <a:spLocks noGrp="1"/>
          </p:cNvSpPr>
          <p:nvPr>
            <p:ph type="ftr" idx="8"/>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6" name="PlaceHolder 6"/>
          <p:cNvSpPr>
            <a:spLocks noGrp="1"/>
          </p:cNvSpPr>
          <p:nvPr>
            <p:ph type="sldNum" idx="9"/>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A6D3614-D924-45BA-A9E5-BB990D1BC24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7" name="Group 6"/>
          <p:cNvGrpSpPr/>
          <p:nvPr/>
        </p:nvGrpSpPr>
        <p:grpSpPr>
          <a:xfrm>
            <a:off x="0" y="-8640"/>
            <a:ext cx="12191040" cy="6867360"/>
            <a:chOff x="0" y="-8640"/>
            <a:chExt cx="12191040" cy="6867360"/>
          </a:xfrm>
        </p:grpSpPr>
        <p:cxnSp>
          <p:nvCxnSpPr>
            <p:cNvPr id="68" name="Straight Connector 19"/>
            <p:cNvCxnSpPr/>
            <p:nvPr/>
          </p:nvCxnSpPr>
          <p:spPr>
            <a:xfrm>
              <a:off x="9370800" y="0"/>
              <a:ext cx="1220400" cy="6859080"/>
            </a:xfrm>
            <a:prstGeom prst="straightConnector1">
              <a:avLst/>
            </a:prstGeom>
            <a:ln cap="rnd" w="9525">
              <a:solidFill>
                <a:srgbClr val="bfbfbf"/>
              </a:solidFill>
              <a:round/>
            </a:ln>
          </p:spPr>
        </p:cxnSp>
        <p:cxnSp>
          <p:nvCxnSpPr>
            <p:cNvPr id="69"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7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2"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6"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7"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8"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79"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80" name="PlaceHolder 3"/>
          <p:cNvSpPr>
            <a:spLocks noGrp="1"/>
          </p:cNvSpPr>
          <p:nvPr>
            <p:ph type="dt" idx="10"/>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81" name="PlaceHolder 4"/>
          <p:cNvSpPr>
            <a:spLocks noGrp="1"/>
          </p:cNvSpPr>
          <p:nvPr>
            <p:ph type="ftr" idx="1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2" name="PlaceHolder 5"/>
          <p:cNvSpPr>
            <a:spLocks noGrp="1"/>
          </p:cNvSpPr>
          <p:nvPr>
            <p:ph type="sldNum" idx="1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67669DF-7A2C-4B3B-8683-E06CAA07500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3" name="Group 6"/>
          <p:cNvGrpSpPr/>
          <p:nvPr/>
        </p:nvGrpSpPr>
        <p:grpSpPr>
          <a:xfrm>
            <a:off x="0" y="-8640"/>
            <a:ext cx="12191040" cy="6867360"/>
            <a:chOff x="0" y="-8640"/>
            <a:chExt cx="12191040" cy="6867360"/>
          </a:xfrm>
        </p:grpSpPr>
        <p:cxnSp>
          <p:nvCxnSpPr>
            <p:cNvPr id="84" name="Straight Connector 19"/>
            <p:cNvCxnSpPr/>
            <p:nvPr/>
          </p:nvCxnSpPr>
          <p:spPr>
            <a:xfrm>
              <a:off x="9370800" y="0"/>
              <a:ext cx="1220400" cy="6859080"/>
            </a:xfrm>
            <a:prstGeom prst="straightConnector1">
              <a:avLst/>
            </a:prstGeom>
            <a:ln cap="rnd" w="9525">
              <a:solidFill>
                <a:srgbClr val="bfbfbf"/>
              </a:solidFill>
              <a:round/>
            </a:ln>
          </p:spPr>
        </p:cxnSp>
        <p:cxnSp>
          <p:nvCxnSpPr>
            <p:cNvPr id="8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8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8"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2"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3"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4" name="PlaceHolder 1"/>
          <p:cNvSpPr>
            <a:spLocks noGrp="1"/>
          </p:cNvSpPr>
          <p:nvPr>
            <p:ph type="title"/>
          </p:nvPr>
        </p:nvSpPr>
        <p:spPr>
          <a:xfrm>
            <a:off x="7967520" y="609480"/>
            <a:ext cx="1303560" cy="525024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95" name="PlaceHolder 2"/>
          <p:cNvSpPr>
            <a:spLocks noGrp="1"/>
          </p:cNvSpPr>
          <p:nvPr>
            <p:ph type="body"/>
          </p:nvPr>
        </p:nvSpPr>
        <p:spPr>
          <a:xfrm>
            <a:off x="677160" y="609480"/>
            <a:ext cx="7059240" cy="52502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96" name="PlaceHolder 3"/>
          <p:cNvSpPr>
            <a:spLocks noGrp="1"/>
          </p:cNvSpPr>
          <p:nvPr>
            <p:ph type="dt" idx="13"/>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7" name="PlaceHolder 4"/>
          <p:cNvSpPr>
            <a:spLocks noGrp="1"/>
          </p:cNvSpPr>
          <p:nvPr>
            <p:ph type="ftr" idx="14"/>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8" name="PlaceHolder 5"/>
          <p:cNvSpPr>
            <a:spLocks noGrp="1"/>
          </p:cNvSpPr>
          <p:nvPr>
            <p:ph type="sldNum" idx="15"/>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3555079-DBFB-428A-9222-1B1746E7923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9" name="Group 6"/>
          <p:cNvGrpSpPr/>
          <p:nvPr/>
        </p:nvGrpSpPr>
        <p:grpSpPr>
          <a:xfrm>
            <a:off x="0" y="-8640"/>
            <a:ext cx="12191040" cy="6867360"/>
            <a:chOff x="0" y="-8640"/>
            <a:chExt cx="12191040" cy="6867360"/>
          </a:xfrm>
        </p:grpSpPr>
        <p:cxnSp>
          <p:nvCxnSpPr>
            <p:cNvPr id="100" name="Straight Connector 19"/>
            <p:cNvCxnSpPr/>
            <p:nvPr/>
          </p:nvCxnSpPr>
          <p:spPr>
            <a:xfrm>
              <a:off x="9370800" y="0"/>
              <a:ext cx="1220400" cy="6859080"/>
            </a:xfrm>
            <a:prstGeom prst="straightConnector1">
              <a:avLst/>
            </a:prstGeom>
            <a:ln cap="rnd" w="9525">
              <a:solidFill>
                <a:srgbClr val="bfbfbf"/>
              </a:solidFill>
              <a:round/>
            </a:ln>
          </p:spPr>
        </p:cxnSp>
        <p:cxnSp>
          <p:nvCxnSpPr>
            <p:cNvPr id="101"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02"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3"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5"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7"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0" name="PlaceHolder 1"/>
          <p:cNvSpPr>
            <a:spLocks noGrp="1"/>
          </p:cNvSpPr>
          <p:nvPr>
            <p:ph type="title"/>
          </p:nvPr>
        </p:nvSpPr>
        <p:spPr>
          <a:xfrm>
            <a:off x="677160" y="2700720"/>
            <a:ext cx="8595720" cy="182556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111" name="PlaceHolder 2"/>
          <p:cNvSpPr>
            <a:spLocks noGrp="1"/>
          </p:cNvSpPr>
          <p:nvPr>
            <p:ph type="body"/>
          </p:nvPr>
        </p:nvSpPr>
        <p:spPr>
          <a:xfrm>
            <a:off x="677160" y="4527360"/>
            <a:ext cx="8595720" cy="85932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112" name="PlaceHolder 3"/>
          <p:cNvSpPr>
            <a:spLocks noGrp="1"/>
          </p:cNvSpPr>
          <p:nvPr>
            <p:ph type="dt" idx="16"/>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3" name="PlaceHolder 4"/>
          <p:cNvSpPr>
            <a:spLocks noGrp="1"/>
          </p:cNvSpPr>
          <p:nvPr>
            <p:ph type="ftr" idx="17"/>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4" name="PlaceHolder 5"/>
          <p:cNvSpPr>
            <a:spLocks noGrp="1"/>
          </p:cNvSpPr>
          <p:nvPr>
            <p:ph type="sldNum" idx="18"/>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196E3F7-FF60-4685-B3E0-61B0442C195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5" name="Group 6"/>
          <p:cNvGrpSpPr/>
          <p:nvPr/>
        </p:nvGrpSpPr>
        <p:grpSpPr>
          <a:xfrm>
            <a:off x="0" y="-8640"/>
            <a:ext cx="12191040" cy="6867360"/>
            <a:chOff x="0" y="-8640"/>
            <a:chExt cx="12191040" cy="6867360"/>
          </a:xfrm>
        </p:grpSpPr>
        <p:cxnSp>
          <p:nvCxnSpPr>
            <p:cNvPr id="116" name="Straight Connector 19"/>
            <p:cNvCxnSpPr/>
            <p:nvPr/>
          </p:nvCxnSpPr>
          <p:spPr>
            <a:xfrm>
              <a:off x="9370800" y="0"/>
              <a:ext cx="1220400" cy="6859080"/>
            </a:xfrm>
            <a:prstGeom prst="straightConnector1">
              <a:avLst/>
            </a:prstGeom>
            <a:ln cap="rnd" w="9525">
              <a:solidFill>
                <a:srgbClr val="bfbfbf"/>
              </a:solidFill>
              <a:round/>
            </a:ln>
          </p:spPr>
        </p:cxnSp>
        <p:cxnSp>
          <p:nvCxnSpPr>
            <p:cNvPr id="117"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1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6"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27" name="PlaceHolder 2"/>
          <p:cNvSpPr>
            <a:spLocks noGrp="1"/>
          </p:cNvSpPr>
          <p:nvPr>
            <p:ph type="body"/>
          </p:nvPr>
        </p:nvSpPr>
        <p:spPr>
          <a:xfrm>
            <a:off x="677160" y="2160720"/>
            <a:ext cx="418284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28" name="PlaceHolder 3"/>
          <p:cNvSpPr>
            <a:spLocks noGrp="1"/>
          </p:cNvSpPr>
          <p:nvPr>
            <p:ph type="body"/>
          </p:nvPr>
        </p:nvSpPr>
        <p:spPr>
          <a:xfrm>
            <a:off x="5090040" y="2160720"/>
            <a:ext cx="418284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29" name="PlaceHolder 4"/>
          <p:cNvSpPr>
            <a:spLocks noGrp="1"/>
          </p:cNvSpPr>
          <p:nvPr>
            <p:ph type="dt" idx="19"/>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0" name="PlaceHolder 5"/>
          <p:cNvSpPr>
            <a:spLocks noGrp="1"/>
          </p:cNvSpPr>
          <p:nvPr>
            <p:ph type="ftr" idx="20"/>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1" name="PlaceHolder 6"/>
          <p:cNvSpPr>
            <a:spLocks noGrp="1"/>
          </p:cNvSpPr>
          <p:nvPr>
            <p:ph type="sldNum" idx="21"/>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0A44E39-7453-458C-8EB0-95EDE800F48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2" name="Group 6"/>
          <p:cNvGrpSpPr/>
          <p:nvPr/>
        </p:nvGrpSpPr>
        <p:grpSpPr>
          <a:xfrm>
            <a:off x="0" y="-8640"/>
            <a:ext cx="12191040" cy="6867360"/>
            <a:chOff x="0" y="-8640"/>
            <a:chExt cx="12191040" cy="6867360"/>
          </a:xfrm>
        </p:grpSpPr>
        <p:cxnSp>
          <p:nvCxnSpPr>
            <p:cNvPr id="133" name="Straight Connector 19"/>
            <p:cNvCxnSpPr/>
            <p:nvPr/>
          </p:nvCxnSpPr>
          <p:spPr>
            <a:xfrm>
              <a:off x="9370800" y="0"/>
              <a:ext cx="1220400" cy="6859080"/>
            </a:xfrm>
            <a:prstGeom prst="straightConnector1">
              <a:avLst/>
            </a:prstGeom>
            <a:ln cap="rnd" w="9525">
              <a:solidFill>
                <a:srgbClr val="bfbfbf"/>
              </a:solidFill>
              <a:round/>
            </a:ln>
          </p:spPr>
        </p:cxnSp>
        <p:cxnSp>
          <p:nvCxnSpPr>
            <p:cNvPr id="13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3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7"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1"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2"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3"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44" name="PlaceHolder 2"/>
          <p:cNvSpPr>
            <a:spLocks noGrp="1"/>
          </p:cNvSpPr>
          <p:nvPr>
            <p:ph type="body"/>
          </p:nvPr>
        </p:nvSpPr>
        <p:spPr>
          <a:xfrm>
            <a:off x="675720" y="2161080"/>
            <a:ext cx="4184640" cy="57528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5" name="PlaceHolder 3"/>
          <p:cNvSpPr>
            <a:spLocks noGrp="1"/>
          </p:cNvSpPr>
          <p:nvPr>
            <p:ph type="body"/>
          </p:nvPr>
        </p:nvSpPr>
        <p:spPr>
          <a:xfrm>
            <a:off x="675720" y="2737080"/>
            <a:ext cx="4184640" cy="3303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46" name="PlaceHolder 4"/>
          <p:cNvSpPr>
            <a:spLocks noGrp="1"/>
          </p:cNvSpPr>
          <p:nvPr>
            <p:ph type="body"/>
          </p:nvPr>
        </p:nvSpPr>
        <p:spPr>
          <a:xfrm>
            <a:off x="5088240" y="2161080"/>
            <a:ext cx="4184640" cy="57528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7" name="PlaceHolder 5"/>
          <p:cNvSpPr>
            <a:spLocks noGrp="1"/>
          </p:cNvSpPr>
          <p:nvPr>
            <p:ph type="body"/>
          </p:nvPr>
        </p:nvSpPr>
        <p:spPr>
          <a:xfrm>
            <a:off x="5088240" y="2737080"/>
            <a:ext cx="4184640" cy="3303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48" name="PlaceHolder 6"/>
          <p:cNvSpPr>
            <a:spLocks noGrp="1"/>
          </p:cNvSpPr>
          <p:nvPr>
            <p:ph type="dt" idx="22"/>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49" name="PlaceHolder 7"/>
          <p:cNvSpPr>
            <a:spLocks noGrp="1"/>
          </p:cNvSpPr>
          <p:nvPr>
            <p:ph type="ftr" idx="2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0" name="PlaceHolder 8"/>
          <p:cNvSpPr>
            <a:spLocks noGrp="1"/>
          </p:cNvSpPr>
          <p:nvPr>
            <p:ph type="sldNum" idx="2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3632F6A-9108-4879-8C8B-6A646E4C9CC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1" name="Group 6"/>
          <p:cNvGrpSpPr/>
          <p:nvPr/>
        </p:nvGrpSpPr>
        <p:grpSpPr>
          <a:xfrm>
            <a:off x="0" y="-8640"/>
            <a:ext cx="12191040" cy="6867360"/>
            <a:chOff x="0" y="-8640"/>
            <a:chExt cx="12191040" cy="6867360"/>
          </a:xfrm>
        </p:grpSpPr>
        <p:cxnSp>
          <p:nvCxnSpPr>
            <p:cNvPr id="152" name="Straight Connector 19"/>
            <p:cNvCxnSpPr/>
            <p:nvPr/>
          </p:nvCxnSpPr>
          <p:spPr>
            <a:xfrm>
              <a:off x="9370800" y="0"/>
              <a:ext cx="1220400" cy="6859080"/>
            </a:xfrm>
            <a:prstGeom prst="straightConnector1">
              <a:avLst/>
            </a:prstGeom>
            <a:ln cap="rnd" w="9525">
              <a:solidFill>
                <a:srgbClr val="bfbfbf"/>
              </a:solidFill>
              <a:round/>
            </a:ln>
          </p:spPr>
        </p:cxnSp>
        <p:cxnSp>
          <p:nvCxnSpPr>
            <p:cNvPr id="15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5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2"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63" name="PlaceHolder 2"/>
          <p:cNvSpPr>
            <a:spLocks noGrp="1"/>
          </p:cNvSpPr>
          <p:nvPr>
            <p:ph type="dt" idx="25"/>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4" name="PlaceHolder 3"/>
          <p:cNvSpPr>
            <a:spLocks noGrp="1"/>
          </p:cNvSpPr>
          <p:nvPr>
            <p:ph type="ftr" idx="26"/>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5" name="PlaceHolder 4"/>
          <p:cNvSpPr>
            <a:spLocks noGrp="1"/>
          </p:cNvSpPr>
          <p:nvPr>
            <p:ph type="sldNum" idx="27"/>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32B2F06-D8B5-4C4C-BA77-91AC2B58622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6" name="Group 6"/>
          <p:cNvGrpSpPr/>
          <p:nvPr/>
        </p:nvGrpSpPr>
        <p:grpSpPr>
          <a:xfrm>
            <a:off x="0" y="-8640"/>
            <a:ext cx="12191040" cy="6867360"/>
            <a:chOff x="0" y="-8640"/>
            <a:chExt cx="12191040" cy="6867360"/>
          </a:xfrm>
        </p:grpSpPr>
        <p:cxnSp>
          <p:nvCxnSpPr>
            <p:cNvPr id="167" name="Straight Connector 19"/>
            <p:cNvCxnSpPr/>
            <p:nvPr/>
          </p:nvCxnSpPr>
          <p:spPr>
            <a:xfrm>
              <a:off x="9370800" y="0"/>
              <a:ext cx="1220400" cy="6859080"/>
            </a:xfrm>
            <a:prstGeom prst="straightConnector1">
              <a:avLst/>
            </a:prstGeom>
            <a:ln cap="rnd" w="9525">
              <a:solidFill>
                <a:srgbClr val="bfbfbf"/>
              </a:solidFill>
              <a:round/>
            </a:ln>
          </p:spPr>
        </p:cxnSp>
        <p:cxnSp>
          <p:nvCxnSpPr>
            <p:cNvPr id="16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6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7" name="PlaceHolder 1"/>
          <p:cNvSpPr>
            <a:spLocks noGrp="1"/>
          </p:cNvSpPr>
          <p:nvPr>
            <p:ph type="title"/>
          </p:nvPr>
        </p:nvSpPr>
        <p:spPr>
          <a:xfrm>
            <a:off x="677160" y="1498680"/>
            <a:ext cx="3853440" cy="127728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178" name="PlaceHolder 2"/>
          <p:cNvSpPr>
            <a:spLocks noGrp="1"/>
          </p:cNvSpPr>
          <p:nvPr>
            <p:ph type="body"/>
          </p:nvPr>
        </p:nvSpPr>
        <p:spPr>
          <a:xfrm>
            <a:off x="4760640" y="514800"/>
            <a:ext cx="4512600" cy="55252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79" name="PlaceHolder 3"/>
          <p:cNvSpPr>
            <a:spLocks noGrp="1"/>
          </p:cNvSpPr>
          <p:nvPr>
            <p:ph type="body"/>
          </p:nvPr>
        </p:nvSpPr>
        <p:spPr>
          <a:xfrm>
            <a:off x="677160" y="2777040"/>
            <a:ext cx="3853440" cy="2583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180" name="PlaceHolder 4"/>
          <p:cNvSpPr>
            <a:spLocks noGrp="1"/>
          </p:cNvSpPr>
          <p:nvPr>
            <p:ph type="dt" idx="28"/>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1" name="PlaceHolder 5"/>
          <p:cNvSpPr>
            <a:spLocks noGrp="1"/>
          </p:cNvSpPr>
          <p:nvPr>
            <p:ph type="ftr" idx="29"/>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2" name="PlaceHolder 6"/>
          <p:cNvSpPr>
            <a:spLocks noGrp="1"/>
          </p:cNvSpPr>
          <p:nvPr>
            <p:ph type="sldNum" idx="30"/>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BB7E013-AC69-4139-9A83-C969A6077A2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3" name="Group 6"/>
          <p:cNvGrpSpPr/>
          <p:nvPr/>
        </p:nvGrpSpPr>
        <p:grpSpPr>
          <a:xfrm>
            <a:off x="0" y="-8640"/>
            <a:ext cx="12191040" cy="6867360"/>
            <a:chOff x="0" y="-8640"/>
            <a:chExt cx="12191040" cy="6867360"/>
          </a:xfrm>
        </p:grpSpPr>
        <p:cxnSp>
          <p:nvCxnSpPr>
            <p:cNvPr id="184" name="Straight Connector 19"/>
            <p:cNvCxnSpPr/>
            <p:nvPr/>
          </p:nvCxnSpPr>
          <p:spPr>
            <a:xfrm>
              <a:off x="9370800" y="0"/>
              <a:ext cx="1220400" cy="6859080"/>
            </a:xfrm>
            <a:prstGeom prst="straightConnector1">
              <a:avLst/>
            </a:prstGeom>
            <a:ln cap="rnd" w="9525">
              <a:solidFill>
                <a:srgbClr val="bfbfbf"/>
              </a:solidFill>
              <a:round/>
            </a:ln>
          </p:spPr>
        </p:cxnSp>
        <p:cxnSp>
          <p:nvCxnSpPr>
            <p:cNvPr id="18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8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8"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8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2"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3"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4" name="PlaceHolder 1"/>
          <p:cNvSpPr>
            <a:spLocks noGrp="1"/>
          </p:cNvSpPr>
          <p:nvPr>
            <p:ph type="title"/>
          </p:nvPr>
        </p:nvSpPr>
        <p:spPr>
          <a:xfrm>
            <a:off x="677160" y="4800600"/>
            <a:ext cx="8595720" cy="5655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195" name="PlaceHolder 2"/>
          <p:cNvSpPr>
            <a:spLocks noGrp="1"/>
          </p:cNvSpPr>
          <p:nvPr>
            <p:ph type="body"/>
          </p:nvPr>
        </p:nvSpPr>
        <p:spPr>
          <a:xfrm>
            <a:off x="677160" y="609480"/>
            <a:ext cx="8595720" cy="384480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196" name="PlaceHolder 3"/>
          <p:cNvSpPr>
            <a:spLocks noGrp="1"/>
          </p:cNvSpPr>
          <p:nvPr>
            <p:ph type="body"/>
          </p:nvPr>
        </p:nvSpPr>
        <p:spPr>
          <a:xfrm>
            <a:off x="677160" y="5367240"/>
            <a:ext cx="8595720" cy="6728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197" name="PlaceHolder 4"/>
          <p:cNvSpPr>
            <a:spLocks noGrp="1"/>
          </p:cNvSpPr>
          <p:nvPr>
            <p:ph type="dt" idx="31"/>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8" name="PlaceHolder 5"/>
          <p:cNvSpPr>
            <a:spLocks noGrp="1"/>
          </p:cNvSpPr>
          <p:nvPr>
            <p:ph type="ftr" idx="32"/>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9" name="PlaceHolder 6"/>
          <p:cNvSpPr>
            <a:spLocks noGrp="1"/>
          </p:cNvSpPr>
          <p:nvPr>
            <p:ph type="sldNum" idx="33"/>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508BF62-99D7-4298-B005-65A161425F2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0" name="Group 6"/>
          <p:cNvGrpSpPr/>
          <p:nvPr/>
        </p:nvGrpSpPr>
        <p:grpSpPr>
          <a:xfrm>
            <a:off x="0" y="-8640"/>
            <a:ext cx="12191040" cy="6867360"/>
            <a:chOff x="0" y="-8640"/>
            <a:chExt cx="12191040" cy="6867360"/>
          </a:xfrm>
        </p:grpSpPr>
        <p:cxnSp>
          <p:nvCxnSpPr>
            <p:cNvPr id="201" name="Straight Connector 19"/>
            <p:cNvCxnSpPr/>
            <p:nvPr/>
          </p:nvCxnSpPr>
          <p:spPr>
            <a:xfrm>
              <a:off x="9370800" y="0"/>
              <a:ext cx="1220400" cy="6859080"/>
            </a:xfrm>
            <a:prstGeom prst="straightConnector1">
              <a:avLst/>
            </a:prstGeom>
            <a:ln cap="rnd" w="9525">
              <a:solidFill>
                <a:srgbClr val="bfbfbf"/>
              </a:solidFill>
              <a:round/>
            </a:ln>
          </p:spPr>
        </p:cxnSp>
        <p:cxnSp>
          <p:nvCxnSpPr>
            <p:cNvPr id="20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0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1" name="PlaceHolder 1"/>
          <p:cNvSpPr>
            <a:spLocks noGrp="1"/>
          </p:cNvSpPr>
          <p:nvPr>
            <p:ph type="title"/>
          </p:nvPr>
        </p:nvSpPr>
        <p:spPr>
          <a:xfrm>
            <a:off x="677160" y="609480"/>
            <a:ext cx="8595720" cy="34023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12" name="PlaceHolder 2"/>
          <p:cNvSpPr>
            <a:spLocks noGrp="1"/>
          </p:cNvSpPr>
          <p:nvPr>
            <p:ph type="body"/>
          </p:nvPr>
        </p:nvSpPr>
        <p:spPr>
          <a:xfrm>
            <a:off x="677160" y="4470480"/>
            <a:ext cx="8595720" cy="15699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13" name="PlaceHolder 3"/>
          <p:cNvSpPr>
            <a:spLocks noGrp="1"/>
          </p:cNvSpPr>
          <p:nvPr>
            <p:ph type="dt" idx="34"/>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4" name="PlaceHolder 4"/>
          <p:cNvSpPr>
            <a:spLocks noGrp="1"/>
          </p:cNvSpPr>
          <p:nvPr>
            <p:ph type="ftr" idx="35"/>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5" name="PlaceHolder 5"/>
          <p:cNvSpPr>
            <a:spLocks noGrp="1"/>
          </p:cNvSpPr>
          <p:nvPr>
            <p:ph type="sldNum" idx="36"/>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8B9B76A-09DD-4AA9-8B88-EB7FC4E650C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6" name="Group 6"/>
          <p:cNvGrpSpPr/>
          <p:nvPr/>
        </p:nvGrpSpPr>
        <p:grpSpPr>
          <a:xfrm>
            <a:off x="0" y="-8640"/>
            <a:ext cx="12191040" cy="6867360"/>
            <a:chOff x="0" y="-8640"/>
            <a:chExt cx="12191040" cy="6867360"/>
          </a:xfrm>
        </p:grpSpPr>
        <p:cxnSp>
          <p:nvCxnSpPr>
            <p:cNvPr id="217" name="Straight Connector 19"/>
            <p:cNvCxnSpPr/>
            <p:nvPr/>
          </p:nvCxnSpPr>
          <p:spPr>
            <a:xfrm>
              <a:off x="9370800" y="0"/>
              <a:ext cx="1220400" cy="6859080"/>
            </a:xfrm>
            <a:prstGeom prst="straightConnector1">
              <a:avLst/>
            </a:prstGeom>
            <a:ln cap="rnd" w="9525">
              <a:solidFill>
                <a:srgbClr val="bfbfbf"/>
              </a:solidFill>
              <a:round/>
            </a:ln>
          </p:spPr>
        </p:cxnSp>
        <p:cxnSp>
          <p:nvCxnSpPr>
            <p:cNvPr id="21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1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27" name="PlaceHolder 1"/>
          <p:cNvSpPr>
            <a:spLocks noGrp="1"/>
          </p:cNvSpPr>
          <p:nvPr>
            <p:ph type="title"/>
          </p:nvPr>
        </p:nvSpPr>
        <p:spPr>
          <a:xfrm>
            <a:off x="931320" y="609480"/>
            <a:ext cx="809316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28" name="PlaceHolder 2"/>
          <p:cNvSpPr>
            <a:spLocks noGrp="1"/>
          </p:cNvSpPr>
          <p:nvPr>
            <p:ph type="body"/>
          </p:nvPr>
        </p:nvSpPr>
        <p:spPr>
          <a:xfrm>
            <a:off x="1366200" y="3632040"/>
            <a:ext cx="7223400" cy="37980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229" name="PlaceHolder 3"/>
          <p:cNvSpPr>
            <a:spLocks noGrp="1"/>
          </p:cNvSpPr>
          <p:nvPr>
            <p:ph type="body"/>
          </p:nvPr>
        </p:nvSpPr>
        <p:spPr>
          <a:xfrm>
            <a:off x="677160" y="4470480"/>
            <a:ext cx="8595720" cy="15699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30" name="PlaceHolder 4"/>
          <p:cNvSpPr>
            <a:spLocks noGrp="1"/>
          </p:cNvSpPr>
          <p:nvPr>
            <p:ph type="dt" idx="37"/>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1" name="PlaceHolder 5"/>
          <p:cNvSpPr>
            <a:spLocks noGrp="1"/>
          </p:cNvSpPr>
          <p:nvPr>
            <p:ph type="ftr" idx="38"/>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2" name="PlaceHolder 6"/>
          <p:cNvSpPr>
            <a:spLocks noGrp="1"/>
          </p:cNvSpPr>
          <p:nvPr>
            <p:ph type="sldNum" idx="39"/>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BA2C0C4-F073-4945-88EB-191EB94B5CF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33" name="TextBox 19"/>
          <p:cNvSpPr/>
          <p:nvPr/>
        </p:nvSpPr>
        <p:spPr>
          <a:xfrm>
            <a:off x="541800" y="79020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234" name="TextBox 21"/>
          <p:cNvSpPr/>
          <p:nvPr/>
        </p:nvSpPr>
        <p:spPr>
          <a:xfrm>
            <a:off x="8893080" y="288648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5" name="Group 6"/>
          <p:cNvGrpSpPr/>
          <p:nvPr/>
        </p:nvGrpSpPr>
        <p:grpSpPr>
          <a:xfrm>
            <a:off x="0" y="-8640"/>
            <a:ext cx="12191040" cy="6867360"/>
            <a:chOff x="0" y="-8640"/>
            <a:chExt cx="12191040" cy="6867360"/>
          </a:xfrm>
        </p:grpSpPr>
        <p:cxnSp>
          <p:nvCxnSpPr>
            <p:cNvPr id="236" name="Straight Connector 19"/>
            <p:cNvCxnSpPr/>
            <p:nvPr/>
          </p:nvCxnSpPr>
          <p:spPr>
            <a:xfrm>
              <a:off x="9370800" y="0"/>
              <a:ext cx="1220400" cy="6859080"/>
            </a:xfrm>
            <a:prstGeom prst="straightConnector1">
              <a:avLst/>
            </a:prstGeom>
            <a:ln cap="rnd" w="9525">
              <a:solidFill>
                <a:srgbClr val="bfbfbf"/>
              </a:solidFill>
              <a:round/>
            </a:ln>
          </p:spPr>
        </p:cxnSp>
        <p:cxnSp>
          <p:nvCxnSpPr>
            <p:cNvPr id="237"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3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6" name="PlaceHolder 1"/>
          <p:cNvSpPr>
            <a:spLocks noGrp="1"/>
          </p:cNvSpPr>
          <p:nvPr>
            <p:ph type="title"/>
          </p:nvPr>
        </p:nvSpPr>
        <p:spPr>
          <a:xfrm>
            <a:off x="677160" y="1932120"/>
            <a:ext cx="8595720" cy="25945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47" name="PlaceHolder 2"/>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48" name="PlaceHolder 3"/>
          <p:cNvSpPr>
            <a:spLocks noGrp="1"/>
          </p:cNvSpPr>
          <p:nvPr>
            <p:ph type="dt" idx="40"/>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4"/>
          <p:cNvSpPr>
            <a:spLocks noGrp="1"/>
          </p:cNvSpPr>
          <p:nvPr>
            <p:ph type="ftr" idx="4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5"/>
          <p:cNvSpPr>
            <a:spLocks noGrp="1"/>
          </p:cNvSpPr>
          <p:nvPr>
            <p:ph type="sldNum" idx="4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A5A69F6-14CE-40DE-94CA-2651B7DA5DE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7"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D633F292-8FDE-4935-8270-96FA7AE4771E}"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4"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85"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7"/>
          </p:nvPr>
        </p:nvSpPr>
        <p:spPr/>
        <p:txBody>
          <a:bodyPr/>
          <a:p>
            <a:r>
              <a:t>Footer</a:t>
            </a:r>
          </a:p>
        </p:txBody>
      </p:sp>
      <p:sp>
        <p:nvSpPr>
          <p:cNvPr id="5" name="PlaceHolder 4"/>
          <p:cNvSpPr>
            <a:spLocks noGrp="1"/>
          </p:cNvSpPr>
          <p:nvPr>
            <p:ph type="sldNum" idx="48"/>
          </p:nvPr>
        </p:nvSpPr>
        <p:spPr/>
        <p:txBody>
          <a:bodyPr/>
          <a:p>
            <a:fld id="{849EF21C-BC5E-4BE7-A783-4A8B4C805792}" type="slidenum">
              <a:t>&lt;#&gt;</a:t>
            </a:fld>
          </a:p>
        </p:txBody>
      </p:sp>
      <p:sp>
        <p:nvSpPr>
          <p:cNvPr id="6" name="PlaceHolder 5"/>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6" name="Group 6"/>
          <p:cNvGrpSpPr/>
          <p:nvPr/>
        </p:nvGrpSpPr>
        <p:grpSpPr>
          <a:xfrm>
            <a:off x="0" y="-8640"/>
            <a:ext cx="12191040" cy="6867360"/>
            <a:chOff x="0" y="-8640"/>
            <a:chExt cx="12191040" cy="6867360"/>
          </a:xfrm>
        </p:grpSpPr>
        <p:cxnSp>
          <p:nvCxnSpPr>
            <p:cNvPr id="287" name="Straight Connector 19"/>
            <p:cNvCxnSpPr/>
            <p:nvPr/>
          </p:nvCxnSpPr>
          <p:spPr>
            <a:xfrm>
              <a:off x="9370800" y="0"/>
              <a:ext cx="1220400" cy="6859080"/>
            </a:xfrm>
            <a:prstGeom prst="straightConnector1">
              <a:avLst/>
            </a:prstGeom>
            <a:ln cap="rnd" w="9525">
              <a:solidFill>
                <a:srgbClr val="bfbfbf"/>
              </a:solidFill>
              <a:round/>
            </a:ln>
          </p:spPr>
        </p:cxnSp>
        <p:cxnSp>
          <p:nvCxnSpPr>
            <p:cNvPr id="28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8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97"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98"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9" name="PlaceHolder 3"/>
          <p:cNvSpPr>
            <a:spLocks noGrp="1"/>
          </p:cNvSpPr>
          <p:nvPr>
            <p:ph type="dt" idx="49"/>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0" name="PlaceHolder 4"/>
          <p:cNvSpPr>
            <a:spLocks noGrp="1"/>
          </p:cNvSpPr>
          <p:nvPr>
            <p:ph type="ftr" idx="50"/>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1" name="PlaceHolder 5"/>
          <p:cNvSpPr>
            <a:spLocks noGrp="1"/>
          </p:cNvSpPr>
          <p:nvPr>
            <p:ph type="sldNum" idx="51"/>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36066EB-EA59-4739-AB35-B9D4ED18A63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2" name="Group 6"/>
          <p:cNvGrpSpPr/>
          <p:nvPr/>
        </p:nvGrpSpPr>
        <p:grpSpPr>
          <a:xfrm>
            <a:off x="0" y="-8640"/>
            <a:ext cx="12191040" cy="6867360"/>
            <a:chOff x="0" y="-8640"/>
            <a:chExt cx="12191040" cy="6867360"/>
          </a:xfrm>
        </p:grpSpPr>
        <p:cxnSp>
          <p:nvCxnSpPr>
            <p:cNvPr id="303" name="Straight Connector 19"/>
            <p:cNvCxnSpPr/>
            <p:nvPr/>
          </p:nvCxnSpPr>
          <p:spPr>
            <a:xfrm>
              <a:off x="9370800" y="0"/>
              <a:ext cx="1220400" cy="6859080"/>
            </a:xfrm>
            <a:prstGeom prst="straightConnector1">
              <a:avLst/>
            </a:prstGeom>
            <a:ln cap="rnd" w="9525">
              <a:solidFill>
                <a:srgbClr val="bfbfbf"/>
              </a:solidFill>
              <a:round/>
            </a:ln>
          </p:spPr>
        </p:cxnSp>
        <p:cxnSp>
          <p:nvCxnSpPr>
            <p:cNvPr id="30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8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05"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06"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07" name="PlaceHolder 3"/>
          <p:cNvSpPr>
            <a:spLocks noGrp="1"/>
          </p:cNvSpPr>
          <p:nvPr>
            <p:ph type="dt" idx="52"/>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8" name="PlaceHolder 4"/>
          <p:cNvSpPr>
            <a:spLocks noGrp="1"/>
          </p:cNvSpPr>
          <p:nvPr>
            <p:ph type="ftr" idx="5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9" name="PlaceHolder 5"/>
          <p:cNvSpPr>
            <a:spLocks noGrp="1"/>
          </p:cNvSpPr>
          <p:nvPr>
            <p:ph type="sldNum" idx="5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9B4E296-7744-431E-8A50-3771351A023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0" name="Group 6"/>
          <p:cNvGrpSpPr/>
          <p:nvPr/>
        </p:nvGrpSpPr>
        <p:grpSpPr>
          <a:xfrm>
            <a:off x="0" y="-8640"/>
            <a:ext cx="12191040" cy="6867360"/>
            <a:chOff x="0" y="-8640"/>
            <a:chExt cx="12191040" cy="6867360"/>
          </a:xfrm>
        </p:grpSpPr>
        <p:cxnSp>
          <p:nvCxnSpPr>
            <p:cNvPr id="311" name="Straight Connector 19"/>
            <p:cNvCxnSpPr/>
            <p:nvPr/>
          </p:nvCxnSpPr>
          <p:spPr>
            <a:xfrm>
              <a:off x="9370800" y="0"/>
              <a:ext cx="1220400" cy="6859080"/>
            </a:xfrm>
            <a:prstGeom prst="straightConnector1">
              <a:avLst/>
            </a:prstGeom>
            <a:ln cap="rnd" w="9525">
              <a:solidFill>
                <a:srgbClr val="bfbfbf"/>
              </a:solidFill>
              <a:round/>
            </a:ln>
          </p:spPr>
        </p:cxnSp>
        <p:cxnSp>
          <p:nvCxnSpPr>
            <p:cNvPr id="31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31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2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21" name="PlaceHolder 1"/>
          <p:cNvSpPr>
            <a:spLocks noGrp="1"/>
          </p:cNvSpPr>
          <p:nvPr>
            <p:ph type="dt" idx="55"/>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22" name="PlaceHolder 2"/>
          <p:cNvSpPr>
            <a:spLocks noGrp="1"/>
          </p:cNvSpPr>
          <p:nvPr>
            <p:ph type="ftr" idx="56"/>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23" name="PlaceHolder 3"/>
          <p:cNvSpPr>
            <a:spLocks noGrp="1"/>
          </p:cNvSpPr>
          <p:nvPr>
            <p:ph type="sldNum" idx="57"/>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25EA382-B6F8-4B82-82CA-7A012E65214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24" name="PlaceHolder 4"/>
          <p:cNvSpPr>
            <a:spLocks noGrp="1"/>
          </p:cNvSpPr>
          <p:nvPr>
            <p:ph type="title"/>
          </p:nvPr>
        </p:nvSpPr>
        <p:spPr>
          <a:xfrm>
            <a:off x="609480" y="273600"/>
            <a:ext cx="10971720" cy="114408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25"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1040" cy="6867360"/>
            <a:chOff x="0" y="-8640"/>
            <a:chExt cx="12191040" cy="6867360"/>
          </a:xfrm>
        </p:grpSpPr>
        <p:cxnSp>
          <p:nvCxnSpPr>
            <p:cNvPr id="3" name="Straight Connector 19"/>
            <p:cNvCxnSpPr/>
            <p:nvPr/>
          </p:nvCxnSpPr>
          <p:spPr>
            <a:xfrm>
              <a:off x="9370800" y="0"/>
              <a:ext cx="1220400" cy="6859080"/>
            </a:xfrm>
            <a:prstGeom prst="straightConnector1">
              <a:avLst/>
            </a:prstGeom>
            <a:ln cap="rnd" w="9525">
              <a:solidFill>
                <a:srgbClr val="bfbfbf"/>
              </a:solidFill>
              <a:round/>
            </a:ln>
          </p:spPr>
        </p:cxnSp>
        <p:cxnSp>
          <p:nvCxnSpPr>
            <p:cNvPr id="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1080" y="-8640"/>
            <a:ext cx="12189960" cy="6867360"/>
            <a:chOff x="1080" y="-8640"/>
            <a:chExt cx="12189960" cy="6867360"/>
          </a:xfrm>
        </p:grpSpPr>
        <p:cxnSp>
          <p:nvCxnSpPr>
            <p:cNvPr id="14" name="Straight Connector 31"/>
            <p:cNvCxnSpPr/>
            <p:nvPr/>
          </p:nvCxnSpPr>
          <p:spPr>
            <a:xfrm>
              <a:off x="9370800" y="0"/>
              <a:ext cx="1220400" cy="6859080"/>
            </a:xfrm>
            <a:prstGeom prst="straightConnector1">
              <a:avLst/>
            </a:prstGeom>
            <a:ln cap="rnd" w="9525">
              <a:solidFill>
                <a:srgbClr val="bfbfbf"/>
              </a:solidFill>
              <a:round/>
            </a:ln>
          </p:spPr>
        </p:cxnSp>
        <p:cxnSp>
          <p:nvCxnSpPr>
            <p:cNvPr id="1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1080" y="1080"/>
              <a:ext cx="841680" cy="566496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840"/>
            <a:ext cx="859572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AE8422D-3C53-473A-BCF0-1A71F208F318}"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800" cy="36396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1040" cy="6867360"/>
            <a:chOff x="0" y="-8640"/>
            <a:chExt cx="12191040" cy="6867360"/>
          </a:xfrm>
        </p:grpSpPr>
        <p:cxnSp>
          <p:nvCxnSpPr>
            <p:cNvPr id="252" name="Straight Connector 19"/>
            <p:cNvCxnSpPr/>
            <p:nvPr/>
          </p:nvCxnSpPr>
          <p:spPr>
            <a:xfrm>
              <a:off x="9370800" y="0"/>
              <a:ext cx="1220400" cy="6859080"/>
            </a:xfrm>
            <a:prstGeom prst="straightConnector1">
              <a:avLst/>
            </a:prstGeom>
            <a:ln cap="rnd" w="9525">
              <a:solidFill>
                <a:srgbClr val="bfbfbf"/>
              </a:solidFill>
              <a:round/>
            </a:ln>
          </p:spPr>
        </p:cxnSp>
        <p:cxnSp>
          <p:nvCxnSpPr>
            <p:cNvPr id="25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5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840"/>
            <a:ext cx="859572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63" name="PlaceHolder 2"/>
          <p:cNvSpPr>
            <a:spLocks noGrp="1"/>
          </p:cNvSpPr>
          <p:nvPr>
            <p:ph type="ftr" idx="4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4" name="PlaceHolder 3"/>
          <p:cNvSpPr>
            <a:spLocks noGrp="1"/>
          </p:cNvSpPr>
          <p:nvPr>
            <p:ph type="sldNum" idx="4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148659D-405A-4125-BD6D-C6B4A2654CC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65" name="PlaceHolder 4"/>
          <p:cNvSpPr>
            <a:spLocks noGrp="1"/>
          </p:cNvSpPr>
          <p:nvPr>
            <p:ph type="dt" idx="45"/>
          </p:nvPr>
        </p:nvSpPr>
        <p:spPr>
          <a:xfrm>
            <a:off x="7205040" y="6041520"/>
            <a:ext cx="910800" cy="36396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1040" cy="6867360"/>
            <a:chOff x="0" y="-8640"/>
            <a:chExt cx="12191040" cy="6867360"/>
          </a:xfrm>
        </p:grpSpPr>
        <p:cxnSp>
          <p:nvCxnSpPr>
            <p:cNvPr id="269" name="Straight Connector 19"/>
            <p:cNvCxnSpPr/>
            <p:nvPr/>
          </p:nvCxnSpPr>
          <p:spPr>
            <a:xfrm>
              <a:off x="9370800" y="0"/>
              <a:ext cx="1220400" cy="6859080"/>
            </a:xfrm>
            <a:prstGeom prst="straightConnector1">
              <a:avLst/>
            </a:prstGeom>
            <a:ln cap="rnd" w="9525">
              <a:solidFill>
                <a:srgbClr val="bfbfbf"/>
              </a:solidFill>
              <a:round/>
            </a:ln>
          </p:spPr>
        </p:cxnSp>
        <p:cxnSp>
          <p:nvCxnSpPr>
            <p:cNvPr id="270"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71"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2"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4"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6"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0"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81" name="PlaceHolder 3"/>
          <p:cNvSpPr>
            <a:spLocks noGrp="1"/>
          </p:cNvSpPr>
          <p:nvPr>
            <p:ph type="dt" idx="46"/>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82" name="PlaceHolder 4"/>
          <p:cNvSpPr>
            <a:spLocks noGrp="1"/>
          </p:cNvSpPr>
          <p:nvPr>
            <p:ph type="ftr" idx="47"/>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83" name="PlaceHolder 5"/>
          <p:cNvSpPr>
            <a:spLocks noGrp="1"/>
          </p:cNvSpPr>
          <p:nvPr>
            <p:ph type="sldNum" idx="48"/>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AFE078E-56F6-40ED-AC70-A6A77426661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2"/>
    <p:sldLayoutId id="2147483670" r:id="rId3"/>
    <p:sldLayoutId id="214748367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1371600" y="301680"/>
            <a:ext cx="7693560" cy="1069200"/>
          </a:xfrm>
          <a:prstGeom prst="rect">
            <a:avLst/>
          </a:prstGeom>
          <a:noFill/>
          <a:ln w="0">
            <a:noFill/>
          </a:ln>
        </p:spPr>
        <p:txBody>
          <a:bodyPr lIns="91440" rIns="91440" tIns="45720" bIns="45720" anchor="b">
            <a:normAutofit fontScale="92500" lnSpcReduction="9999"/>
          </a:bodyPr>
          <a:p>
            <a:pPr indent="0" algn="ctr" defTabSz="457200">
              <a:lnSpc>
                <a:spcPct val="100000"/>
              </a:lnSpc>
              <a:spcBef>
                <a:spcPts val="1191"/>
              </a:spcBef>
              <a:spcAft>
                <a:spcPts val="992"/>
              </a:spcAft>
              <a:buNone/>
              <a:tabLst>
                <a:tab algn="l" pos="0"/>
              </a:tabLst>
            </a:pPr>
            <a:r>
              <a:rPr lang="en-IN" sz="3200" b="1" u="none" strike="noStrike">
                <a:solidFill>
                  <a:schemeClr val="dk1">
                    <a:lumMod val="85000"/>
                    <a:lumOff val="15000"/>
                  </a:schemeClr>
                </a:solidFill>
                <a:effectLst/>
                <a:uFillTx/>
                <a:latin typeface="Trebuchet MS"/>
              </a:rPr>
              <a:t>Penguide A Lightweight Local AI Agent for Secure Linux Command Assistance</a:t>
            </a:r>
            <a:endParaRPr lang="en-US" sz="3200" b="0" u="none" strike="noStrike">
              <a:solidFill>
                <a:srgbClr val="000000"/>
              </a:solidFill>
              <a:effectLst/>
              <a:uFillTx/>
              <a:latin typeface="Noto Serif"/>
            </a:endParaRPr>
          </a:p>
        </p:txBody>
      </p:sp>
      <p:sp>
        <p:nvSpPr>
          <p:cNvPr id="333" name="PlaceHolder 2"/>
          <p:cNvSpPr>
            <a:spLocks noGrp="1"/>
          </p:cNvSpPr>
          <p:nvPr>
            <p:ph type="subTitle"/>
          </p:nvPr>
        </p:nvSpPr>
        <p:spPr>
          <a:xfrm>
            <a:off x="2081880" y="2558520"/>
            <a:ext cx="8501040" cy="28296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 Vinisha K   ( 620822205119 )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Thirisha. S ( 620822205115 )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Rethika. T  ( 620822205086 )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Yuvasri. S   ( 620822205124 )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MS. Gayathri M,AP/IT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0" y="228600"/>
            <a:ext cx="8595720" cy="4572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Abstract</a:t>
            </a:r>
            <a:endParaRPr lang="en-US" sz="2800" b="0" u="none" strike="noStrike">
              <a:solidFill>
                <a:srgbClr val="000000"/>
              </a:solidFill>
              <a:effectLst/>
              <a:uFillTx/>
              <a:latin typeface="Noto Serif"/>
            </a:endParaRPr>
          </a:p>
        </p:txBody>
      </p:sp>
      <p:sp>
        <p:nvSpPr>
          <p:cNvPr id="335" name="PlaceHolder 2"/>
          <p:cNvSpPr>
            <a:spLocks noGrp="1"/>
          </p:cNvSpPr>
          <p:nvPr>
            <p:ph/>
          </p:nvPr>
        </p:nvSpPr>
        <p:spPr>
          <a:xfrm>
            <a:off x="328320" y="685800"/>
            <a:ext cx="9272880" cy="479340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The rapid adoption of AI-assisted development tools has significantly improved productivity, but most existing solutions depend on cloud-based large language models, raising concerns related to privacy, security, latency, and system control. This project presents penguide, a lightweight local AI command agent designed specifically for Linux environments. penguide interprets natural language user input and executes safe, unprivileged system commands locally without requiring internet-based inference or elevated permissions.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 The system follows a strict modular architecture separating reasoning, policy enforcement, and execution, ensuring deterministic behavior and enhanced security. By combining a local large language model with a constrained command execution framework, penguide demonstrates how AI can be integrated into operating systems as a reliable, privacy-preserving assistant rather than an opaque black-box service.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800" y="228600"/>
            <a:ext cx="859572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Introduction</a:t>
            </a:r>
            <a:endParaRPr lang="en-US" sz="2800" b="0" u="none" strike="noStrike">
              <a:solidFill>
                <a:srgbClr val="000000"/>
              </a:solidFill>
              <a:effectLst/>
              <a:uFillTx/>
              <a:latin typeface="Noto Serif"/>
            </a:endParaRPr>
          </a:p>
        </p:txBody>
      </p:sp>
      <p:sp>
        <p:nvSpPr>
          <p:cNvPr id="337" name="PlaceHolder 2"/>
          <p:cNvSpPr>
            <a:spLocks noGrp="1"/>
          </p:cNvSpPr>
          <p:nvPr>
            <p:ph/>
          </p:nvPr>
        </p:nvSpPr>
        <p:spPr>
          <a:xfrm>
            <a:off x="228600" y="1143720"/>
            <a:ext cx="9038880" cy="3656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Linux systems are widely used in development, cybersecurity, cloud infrastructure, and research environments due to their flexibility and control. However, interacting with Linux systems effectively requires strong command-line knowledge, which can be challenging for beginners and time-consuming even for experienced users. Recent AI assistants aim to bridge this gap, but most rely on cloud platforms, continuous connectivity, and unrestricted execution models. These approaches introduce risks such as data leakage, unpredictable behavior, and lack of system accountability.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explores an alternative approach: a local, rule-driven AI agent that operates entirely within the user’s system and respects traditional Unix design principles.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1800" y="228600"/>
            <a:ext cx="859572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Problem Statement :</a:t>
            </a:r>
            <a:endParaRPr lang="en-US" sz="2800" b="0" u="none" strike="noStrike">
              <a:solidFill>
                <a:srgbClr val="000000"/>
              </a:solidFill>
              <a:effectLst/>
              <a:uFillTx/>
              <a:latin typeface="Noto Serif"/>
            </a:endParaRPr>
          </a:p>
        </p:txBody>
      </p:sp>
      <p:sp>
        <p:nvSpPr>
          <p:cNvPr id="339" name="PlaceHolder 2"/>
          <p:cNvSpPr>
            <a:spLocks noGrp="1"/>
          </p:cNvSpPr>
          <p:nvPr>
            <p:ph/>
          </p:nvPr>
        </p:nvSpPr>
        <p:spPr>
          <a:xfrm>
            <a:off x="228600" y="1143720"/>
            <a:ext cx="9038880" cy="3656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Existing AI-powered assistants for system interaction suffer from several critical limitations. Most tools are cloud-dependent, creating privacy and reliability concerns. Many systems execute commands without sufficient restrictions, leading to potential security risks such as privilege escalation or destructive operations.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Additionally, AI assistants often behave like conversational chatbots, producing verbose explanations instead of actionable outputs, which reduces efficiency in real system workflows.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There is a lack of lightweight, locally deployable AI agents that can safely assist with Linux command execution while maintaining strict control over system behavior.</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0" y="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1" name="PlaceHolder 2"/>
          <p:cNvSpPr>
            <a:spLocks noGrp="1"/>
          </p:cNvSpPr>
          <p:nvPr>
            <p:ph/>
          </p:nvPr>
        </p:nvSpPr>
        <p:spPr>
          <a:xfrm>
            <a:off x="677160" y="1045440"/>
            <a:ext cx="8595720" cy="44402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primary objective of this project is to design and implement a secure, efficient, and local AI-based Linux command assistant. The system aims to:</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Enable natural language interaction with Linux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 only safe, unprivileged system operations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Eliminate cloud dependency and preserve user privacy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Follow a deterministic, single-action execution model</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Maintain modularity for extensibility and auditability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25560" y="0"/>
            <a:ext cx="825516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43" name="PlaceHolder 2"/>
          <p:cNvSpPr>
            <a:spLocks noGrp="1"/>
          </p:cNvSpPr>
          <p:nvPr>
            <p:ph/>
          </p:nvPr>
        </p:nvSpPr>
        <p:spPr>
          <a:xfrm>
            <a:off x="376920" y="727200"/>
            <a:ext cx="8081280" cy="27018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Most existing AI assistants for system interaction operate as: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Cloud-hosted AI services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General-purpose conversational chatbots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Tools with unrestricted command execution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Examples include cloud IDE assistants, web-based AI shells, and remote AI agents.</a:t>
            </a:r>
            <a:endParaRPr lang="en-US" sz="1800" b="0" u="none" strike="noStrike">
              <a:solidFill>
                <a:srgbClr val="000000"/>
              </a:solidFill>
              <a:effectLst/>
              <a:uFillTx/>
              <a:latin typeface="Noto Serif"/>
            </a:endParaRPr>
          </a:p>
        </p:txBody>
      </p:sp>
      <p:sp>
        <p:nvSpPr>
          <p:cNvPr id="344" name="Rectangle 3"/>
          <p:cNvSpPr/>
          <p:nvPr/>
        </p:nvSpPr>
        <p:spPr>
          <a:xfrm>
            <a:off x="-72000" y="3570120"/>
            <a:ext cx="350100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45" name="Content Placeholder 1"/>
          <p:cNvSpPr/>
          <p:nvPr/>
        </p:nvSpPr>
        <p:spPr>
          <a:xfrm>
            <a:off x="376920" y="4215240"/>
            <a:ext cx="8081280" cy="27018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Dependence on internet connectivity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Exposure of system data to third-party servers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latency and inconsistent response times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Risk of executing unsafe or privileged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Excessive explanations instead of direct results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137520" y="51840"/>
            <a:ext cx="8595720" cy="6339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47" name="PlaceHolder 2"/>
          <p:cNvSpPr>
            <a:spLocks noGrp="1"/>
          </p:cNvSpPr>
          <p:nvPr>
            <p:ph/>
          </p:nvPr>
        </p:nvSpPr>
        <p:spPr>
          <a:xfrm>
            <a:off x="228600" y="945720"/>
            <a:ext cx="8595720" cy="2711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penguide is a local AI command agent that: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Runs entirely on the user’s machine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Uses a local large language model for reasoning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Enforces strict command allowlists and policies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Executes at most one command per request</a:t>
            </a:r>
            <a:endParaRPr lang="en-US" sz="1800" b="0" u="none" strike="noStrike">
              <a:solidFill>
                <a:srgbClr val="000000"/>
              </a:solidFill>
              <a:effectLst/>
              <a:uFillTx/>
              <a:latin typeface="Noto Serif"/>
            </a:endParaRPr>
          </a:p>
        </p:txBody>
      </p:sp>
      <p:sp>
        <p:nvSpPr>
          <p:cNvPr id="348" name="Rectangle 4"/>
          <p:cNvSpPr/>
          <p:nvPr/>
        </p:nvSpPr>
        <p:spPr>
          <a:xfrm>
            <a:off x="78840" y="3560400"/>
            <a:ext cx="312156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49" name="Content Placeholder 4"/>
          <p:cNvSpPr/>
          <p:nvPr/>
        </p:nvSpPr>
        <p:spPr>
          <a:xfrm>
            <a:off x="319680" y="4206960"/>
            <a:ext cx="8595720" cy="26510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Complete data privacy and offline capability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Deterministic and predictable behavior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Strong security through command restrictions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Fast execution with minimal overhead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Scriptable and automation-friendly design</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0" y="20520"/>
            <a:ext cx="9600480" cy="6645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51" name=""/>
          <p:cNvSpPr/>
          <p:nvPr/>
        </p:nvSpPr>
        <p:spPr>
          <a:xfrm>
            <a:off x="3200400" y="4800600"/>
            <a:ext cx="3428280" cy="685080"/>
          </a:xfrm>
          <a:prstGeom prst="roundRect">
            <a:avLst>
              <a:gd name="adj" fmla="val 16667"/>
            </a:avLst>
          </a:prstGeom>
          <a:solidFill>
            <a:srgbClr val="f10d0c"/>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Shell Execution</a:t>
            </a:r>
            <a:endParaRPr lang="en-US" sz="1800" b="0" u="none" strike="noStrike">
              <a:solidFill>
                <a:srgbClr val="ffffff"/>
              </a:solidFill>
              <a:effectLst/>
              <a:uFillTx/>
              <a:latin typeface="Noto Serif"/>
            </a:endParaRPr>
          </a:p>
        </p:txBody>
      </p:sp>
      <p:sp>
        <p:nvSpPr>
          <p:cNvPr id="352" name=""/>
          <p:cNvSpPr/>
          <p:nvPr/>
        </p:nvSpPr>
        <p:spPr>
          <a:xfrm>
            <a:off x="3200400" y="3886200"/>
            <a:ext cx="3428280" cy="68508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Policy Engine</a:t>
            </a:r>
            <a:endParaRPr lang="en-US" sz="1800" b="0" u="none" strike="noStrike">
              <a:solidFill>
                <a:srgbClr val="000000"/>
              </a:solidFill>
              <a:effectLst/>
              <a:uFillTx/>
              <a:latin typeface="Noto Serif"/>
            </a:endParaRPr>
          </a:p>
        </p:txBody>
      </p:sp>
      <p:sp>
        <p:nvSpPr>
          <p:cNvPr id="353" name=""/>
          <p:cNvSpPr/>
          <p:nvPr/>
        </p:nvSpPr>
        <p:spPr>
          <a:xfrm>
            <a:off x="3200400" y="2971800"/>
            <a:ext cx="3428280" cy="68508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AI Agent (LLM)</a:t>
            </a:r>
            <a:endParaRPr lang="en-US" sz="1800" b="0" u="none" strike="noStrike">
              <a:solidFill>
                <a:srgbClr val="000000"/>
              </a:solidFill>
              <a:effectLst/>
              <a:uFillTx/>
              <a:latin typeface="Noto Serif"/>
            </a:endParaRPr>
          </a:p>
        </p:txBody>
      </p:sp>
      <p:sp>
        <p:nvSpPr>
          <p:cNvPr id="354" name=""/>
          <p:cNvSpPr/>
          <p:nvPr/>
        </p:nvSpPr>
        <p:spPr>
          <a:xfrm>
            <a:off x="3200400" y="2057400"/>
            <a:ext cx="3428280" cy="685080"/>
          </a:xfrm>
          <a:prstGeom prst="roundRect">
            <a:avLst>
              <a:gd name="adj" fmla="val 16667"/>
            </a:avLst>
          </a:prstGeom>
          <a:solidFill>
            <a:srgbClr val="ffff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Orchestrator</a:t>
            </a:r>
            <a:endParaRPr lang="en-US" sz="1800" b="0" u="none" strike="noStrike">
              <a:solidFill>
                <a:srgbClr val="000000"/>
              </a:solidFill>
              <a:effectLst/>
              <a:uFillTx/>
              <a:latin typeface="Noto Serif"/>
            </a:endParaRPr>
          </a:p>
        </p:txBody>
      </p:sp>
      <p:sp>
        <p:nvSpPr>
          <p:cNvPr id="355" name=""/>
          <p:cNvSpPr/>
          <p:nvPr/>
        </p:nvSpPr>
        <p:spPr>
          <a:xfrm>
            <a:off x="3200400" y="1143000"/>
            <a:ext cx="3428280" cy="68508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Input</a:t>
            </a:r>
            <a:endParaRPr lang="en-US" sz="1800" b="0" u="none" strike="noStrike">
              <a:solidFill>
                <a:srgbClr val="ffffff"/>
              </a:solidFill>
              <a:effectLst/>
              <a:uFillTx/>
              <a:latin typeface="Noto Serif"/>
            </a:endParaRPr>
          </a:p>
        </p:txBody>
      </p:sp>
      <p:sp>
        <p:nvSpPr>
          <p:cNvPr id="356" name=""/>
          <p:cNvSpPr/>
          <p:nvPr/>
        </p:nvSpPr>
        <p:spPr>
          <a:xfrm>
            <a:off x="3200400" y="5715000"/>
            <a:ext cx="3428280" cy="68508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Output</a:t>
            </a:r>
            <a:endParaRPr lang="en-US" sz="1800" b="0" u="none" strike="noStrike">
              <a:solidFill>
                <a:srgbClr val="000000"/>
              </a:solidFill>
              <a:effectLst/>
              <a:uFillTx/>
              <a:latin typeface="Noto Serif"/>
            </a:endParaRPr>
          </a:p>
        </p:txBody>
      </p:sp>
      <p:sp>
        <p:nvSpPr>
          <p:cNvPr id="357" name=""/>
          <p:cNvSpPr/>
          <p:nvPr/>
        </p:nvSpPr>
        <p:spPr>
          <a:xfrm>
            <a:off x="4800600" y="54864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58" name=""/>
          <p:cNvSpPr/>
          <p:nvPr/>
        </p:nvSpPr>
        <p:spPr>
          <a:xfrm>
            <a:off x="4800600" y="45720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59" name=""/>
          <p:cNvSpPr/>
          <p:nvPr/>
        </p:nvSpPr>
        <p:spPr>
          <a:xfrm>
            <a:off x="4800600" y="365724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60" name=""/>
          <p:cNvSpPr/>
          <p:nvPr/>
        </p:nvSpPr>
        <p:spPr>
          <a:xfrm>
            <a:off x="4800600" y="27432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61" name=""/>
          <p:cNvSpPr/>
          <p:nvPr/>
        </p:nvSpPr>
        <p:spPr>
          <a:xfrm>
            <a:off x="4800600" y="18288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4356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63" name="PlaceHolder 2"/>
          <p:cNvSpPr>
            <a:spLocks noGrp="1"/>
          </p:cNvSpPr>
          <p:nvPr>
            <p:ph/>
          </p:nvPr>
        </p:nvSpPr>
        <p:spPr>
          <a:xfrm>
            <a:off x="266400" y="205560"/>
            <a:ext cx="8595720" cy="62028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64" name="Rectangle 4"/>
          <p:cNvSpPr/>
          <p:nvPr/>
        </p:nvSpPr>
        <p:spPr>
          <a:xfrm>
            <a:off x="275760" y="3599280"/>
            <a:ext cx="303084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65" name="Content Placeholder 5"/>
          <p:cNvSpPr/>
          <p:nvPr/>
        </p:nvSpPr>
        <p:spPr>
          <a:xfrm>
            <a:off x="677520" y="1371600"/>
            <a:ext cx="8595720" cy="342828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Command-Line Interface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Agent Reasoning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Policy and Security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Shell Execution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Output Management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28260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67" name="PlaceHolder 2"/>
          <p:cNvSpPr>
            <a:spLocks noGrp="1"/>
          </p:cNvSpPr>
          <p:nvPr>
            <p:ph/>
          </p:nvPr>
        </p:nvSpPr>
        <p:spPr>
          <a:xfrm>
            <a:off x="776160" y="1600200"/>
            <a:ext cx="8595720" cy="2971080"/>
          </a:xfrm>
          <a:prstGeom prst="rect">
            <a:avLst/>
          </a:prstGeom>
          <a:noFill/>
          <a:ln w="0">
            <a:noFill/>
          </a:ln>
        </p:spPr>
        <p:txBody>
          <a:bodyPr lIns="91440" rIns="91440" tIns="45720" bIns="45720" anchor="t">
            <a:normAutofit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Command-Line Interface (CLI) module serves as the primary interaction layer between the user and the system. Unlike interactive chatbot interfaces, this module accepts user input directly as command-line arguments, following standard Unix design practices.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Each invocation processes a single request, triggers one controlled execution, returns the result, and exits immediately.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This design improves performance, supports scripting and automation, and ensures that penguide behaves like a conventional system utility rather than a persistent conversational agent.</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7452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69" name="PlaceHolder 2"/>
          <p:cNvSpPr>
            <a:spLocks noGrp="1"/>
          </p:cNvSpPr>
          <p:nvPr>
            <p:ph/>
          </p:nvPr>
        </p:nvSpPr>
        <p:spPr>
          <a:xfrm>
            <a:off x="547560" y="914400"/>
            <a:ext cx="8595720" cy="444744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demonstrates that AI-assisted system interaction does not require cloud dependency or unrestricted execution privileges. By enforcing strict architectural boundaries and adopting a local execution model, penguide provides a secure and efficient alternative to existing AI assistants.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successfully integrates natural language understanding with traditional Linux command execution while maintaining transparency, privacy, and control. Future enhancements may include contextual memory, structured output formats, and integration with system monitoring tools, further extending penguide’s applicability in real-world Linux environments.</a:t>
            </a:r>
            <a:endParaRPr lang="en-US" sz="1800" b="0" u="none" strike="noStrike">
              <a:solidFill>
                <a:srgbClr val="000000"/>
              </a:solidFill>
              <a:effectLst/>
              <a:uFillTx/>
              <a:latin typeface="Noto Serif"/>
            </a:endParaRPr>
          </a:p>
        </p:txBody>
      </p:sp>
      <p:sp>
        <p:nvSpPr>
          <p:cNvPr id="370" name="Cloud Callout 3"/>
          <p:cNvSpPr/>
          <p:nvPr/>
        </p:nvSpPr>
        <p:spPr>
          <a:xfrm>
            <a:off x="2986560" y="5048640"/>
            <a:ext cx="4658400" cy="127332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1180</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2026-02-08T05:48:09Z</dcterms:modified>
  <cp:revision>22</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