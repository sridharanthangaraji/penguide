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90CF667-3A3D-4F7A-8212-45F1EF60B1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DF8687-0052-4E0B-A44D-02F26F15FC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A1DAA6-5DF5-4F92-AF7D-A35391172C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3EC70A-0F3B-4C6D-A85E-1D1148397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5EA9E1C-B9A1-4F51-923B-0079ECED75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F41D02D-BEB2-410D-9D62-F06E15E871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8C8D958-35CD-4299-9CF4-7C53B9C59A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09328F6-26F9-4299-B768-619F9F79D1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DB605CE-4C43-40C8-9F2E-F1A848380C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0D313B9-83C0-4368-AB99-18F42F6CE8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782BCE8-6AA6-4F44-B40E-2C22A4CFB8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95FDBED-E166-4825-8E98-891E989217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611C731-C732-4285-893C-1B27784AD5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0E21B53-8444-4494-AD91-8CBE81AA6B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C88A3FF-C874-4844-AE88-73EDD10476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E2B705-276E-48C2-B4FF-06E7EB0378C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43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CAD42E-B90A-42C9-A327-1BBBC07432E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72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7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7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DB800D-A0CD-4538-9A52-15AE8F91A38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9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9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9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9D42083-599F-46A6-892F-71112817CD3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1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B33611-001E-452D-8FDC-BBC4EFE49B3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2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2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8D1BB2-AE3E-4E47-B6F4-108B74953A7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4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4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4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297EFF-10C4-4425-874E-55AEB639440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B4DE9E-679F-4713-A300-94BDE584A7F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2A9FB7-D9E8-45EA-A813-A5BD65A5687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0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0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9A0CBF-352E-404A-8442-DB6A4304E48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2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360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360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57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49FF74-FC4F-4F56-825D-CFC0E25E9A9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  <p:sldLayoutId id="214748367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3560" cy="10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Penguide A Lightweight Local AI Agent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for Secure Linux Command Assistance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89800" cy="282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Vinisha. 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( 620822205119 )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Thirisha.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Rethika. 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Yuvasri.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( 620822205124 )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MRS, Gayathri. M, AP/IT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572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5720" cy="56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 Linux commands and kernel concepts through clear, beginner-friendly explanations.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safe practice environment using an allow-list shell to prevent harmful command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Interpret natural-language questions and generate explanations with a single safe command when appropriate.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Ground responses using curated Linux kernel documentation (RAG-based contextual retrieval).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Support adaptive learning with “simple” and “detailed” explanation modes.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privacy by running inference locally (e.g., via Ollama) with no external data sharing.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a structured CLI interface with meta-commands (help, history, clear, exit).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16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604800" y="685800"/>
            <a:ext cx="808128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AI assistants for system interaction operate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Cloud-hosted AI services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General-purpose conversational chatbots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Tools with unrestricted command execution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Examples include cloud IDE assistants and web-based AI shells.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685800" y="4114800"/>
            <a:ext cx="8081280" cy="24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Dependence on internet connectivity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Exposure of system data to third-party servers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latency and inconsistent response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Risk of executing unsafe or privileged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Excessive explanations instead of direct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3"/>
          <p:cNvSpPr/>
          <p:nvPr/>
        </p:nvSpPr>
        <p:spPr>
          <a:xfrm>
            <a:off x="228600" y="3240360"/>
            <a:ext cx="3501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4"/>
          <p:cNvSpPr/>
          <p:nvPr/>
        </p:nvSpPr>
        <p:spPr>
          <a:xfrm>
            <a:off x="184680" y="3429000"/>
            <a:ext cx="3121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558000" y="857880"/>
            <a:ext cx="8081280" cy="234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Penguide is a local AI command agent that: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entirely on the user’s machine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Uses a local large language model for reasoning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strict command allowlists and policies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Executes at most one command per reques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604800" y="4114800"/>
            <a:ext cx="8081280" cy="251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data privacy and offline capability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predictable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security through command restrictions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execution with minimal overhead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Scriptable and automation-friendly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1480" cy="99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"/>
          <p:cNvPicPr/>
          <p:nvPr/>
        </p:nvPicPr>
        <p:blipFill>
          <a:blip r:embed="rId1"/>
          <a:stretch/>
        </p:blipFill>
        <p:spPr>
          <a:xfrm>
            <a:off x="228600" y="1828800"/>
            <a:ext cx="9211680" cy="282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028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5720" cy="6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4"/>
          <p:cNvSpPr/>
          <p:nvPr/>
        </p:nvSpPr>
        <p:spPr>
          <a:xfrm>
            <a:off x="275760" y="3599280"/>
            <a:ext cx="3030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677520" y="114876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Command-Line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Agent Reasoning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and Security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Shell Execution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1466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 1: Command-Line Interface Module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5720" cy="56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Single entry point for the user; handles input, meta-commands, and formatted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Entry point: bin/penguide.py — interactive loop or one-shot query from the terminal.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 handling: Reads natural-language questions; supports meta-commands: help, history, commands, mode simple / mode detailed, clear, exit / quit.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modes: “Simple” (short explanations) and “Detailed” (deeper explanations); switchable at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 Colored, boxed responses; distinct styling for explanations, executed commands, and errors; prompt label 🐧 penguide&gt;.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Special views: commands lists allowed/denied shell commands; history shows recent conversation turns.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12006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2:</a:t>
            </a: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Agent Reasoning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457200" y="736920"/>
            <a:ext cx="8595720" cy="29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Role: Turns user queries into explanations and, when appropriate, a single safe shell command; coordinates LLM, memory, and kernel documentation.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Components: Orchestrator (core/orchestrator.py), Agent (core/agent.py), Ollama client (models/ollama.py).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Context per turn: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Memory: Last N conversation turns (configurable; e.g. PENGUIDE_MEMORY_MAX_TURNS).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Knowledge: Snippets from knowledge/kernel/*.md matched to the user’s question (e.g. memory, processes).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Environment: Home directory and current working directory injected so the model can suggest realistic paths (~, project dir).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"/>
          <p:cNvPicPr/>
          <p:nvPr/>
        </p:nvPicPr>
        <p:blipFill>
          <a:blip r:embed="rId1"/>
          <a:stretch/>
        </p:blipFill>
        <p:spPr>
          <a:xfrm>
            <a:off x="2057400" y="3657600"/>
            <a:ext cx="5714640" cy="28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Policy and Security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Ensure only safe, educational commands are executed; block destructive or privileged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source: configs/policy.py — two sets: ALLOWED_COMMANDS (e.g. ls, cat, pwd, ps, df, du, grep, find, ip, ss, nano, vim) and DENY_COMMANDS (e.g. sudo, chmod, chown, dd, mount, reboot, shutdown).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Scope: Only the first token (base command) is checked; arguments are not parsed for semantic safety.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Principle: Explicit allow-list plus deny-list; any command not allowed or explicitly denied is rejected before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4: Shell Execution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6868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Manages safe subprocess execution for validated, policy-approved shell commands.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Enforces hard timeout boundaries on all command runs to prevent blocking.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Captures stdout and stderr separately with proper UTF-8 encoding handling.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Returns structured output (stdout, stderr, exit_code) to Agent Reasoning Module.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No privileged execution — runs as current user only (no sudo escalation).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Working directory set to user's home directory for safe default context.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Non-zero exit codes returned as diagnostic messages, not exceptions.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Provides 'explain → show command → show result' teaching loop consistency.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4: Implementation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Core Implementation (tools/shell.py):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subprocess.run(cmd, shell=False, capture_output=True, timeout=TIMEOUT) used.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cmd parsed via shlex.split() to prevent shell injection via argument splitting.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stdout.decode('utf-8', errors='replace') handles binary/non-UTF output safely.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PENGUIDE_SHELL_TIMEOUT env var (default: 5s) caps execution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Output Handling: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Returns dict: { 'stdout': str, 'stderr': str, 'returncode': int, 'cmd': str }.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Non-zero returncode triggers: 'command exited with status N: &lt;stderr&gt;' message.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TimeoutExpired exception caught → returns 'command timed out after Ns' message.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Security Guarantee: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Shell Execution Module never called unless Policy Module approved the command.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No environment variable injection — clean env passed to subprocess.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stdin=DEVNULL prevents interactive prompt hanging.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5: Output Management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Formats and presents agent responses with clear visual structure and color-coding.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Color-coded output distinguishes: explanation (white), command (yellow), result (green).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Boxed response containers using rich library improve terminal readability.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History management stores recent conversation turns (configurable max turns).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Supports terminal-aware rendering with ANSI escape codes for color and style.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Error messages displayed in red-bordered box for immediate visibility.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Mode indicator shows current teaching mode (simple/detailed) in prompt.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Clear command resets terminal display and optionally clears history buffer.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5: Implementation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2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Core Implementation (sys/output.py):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rich.console.Console used for platform-aware ANSI color rendering.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rich.panel.Panel wraps each response in a bordered box with title.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Panel title shows: '🐧 penguide' with mode badge [simple] or [detailed].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History Management: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Conversation stored as list of dicts: [{'role': 'user'|'agent', 'text': str}].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history command renders numbered turns with role prefix and timestamp.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Max turns enforced by slicing history list to last N entries.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Output Sections: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Explanation section: white text in main panel body.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Executing section: '&gt; Executing: &lt;cmd&gt;' in yellow bold.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Command result: actual output in green monospace block.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Error section: red border with stderr content and exit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Arial"/>
                <a:ea typeface="Noto Sans"/>
              </a:rPr>
              <a:t>Screenshot: Source code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"/>
          <p:cNvPicPr/>
          <p:nvPr/>
        </p:nvPicPr>
        <p:blipFill>
          <a:blip r:embed="rId1"/>
          <a:stretch/>
        </p:blipFill>
        <p:spPr>
          <a:xfrm>
            <a:off x="685800" y="1135440"/>
            <a:ext cx="3886200" cy="27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/>
          <p:cNvPicPr/>
          <p:nvPr/>
        </p:nvPicPr>
        <p:blipFill>
          <a:blip r:embed="rId2"/>
          <a:stretch/>
        </p:blipFill>
        <p:spPr>
          <a:xfrm>
            <a:off x="4797360" y="1143000"/>
            <a:ext cx="388944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"/>
          <p:cNvPicPr/>
          <p:nvPr/>
        </p:nvPicPr>
        <p:blipFill>
          <a:blip r:embed="rId3"/>
          <a:stretch/>
        </p:blipFill>
        <p:spPr>
          <a:xfrm>
            <a:off x="685800" y="4114800"/>
            <a:ext cx="388620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"/>
          <p:cNvPicPr/>
          <p:nvPr/>
        </p:nvPicPr>
        <p:blipFill>
          <a:blip r:embed="rId4"/>
          <a:stretch/>
        </p:blipFill>
        <p:spPr>
          <a:xfrm>
            <a:off x="4750560" y="4114800"/>
            <a:ext cx="3936240" cy="22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480" cy="52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Screenshot: Output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"/>
          <p:cNvPicPr/>
          <p:nvPr/>
        </p:nvPicPr>
        <p:blipFill>
          <a:blip r:embed="rId1"/>
          <a:stretch/>
        </p:blipFill>
        <p:spPr>
          <a:xfrm>
            <a:off x="515520" y="1201320"/>
            <a:ext cx="4056480" cy="314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/>
          <p:cNvPicPr/>
          <p:nvPr/>
        </p:nvPicPr>
        <p:blipFill>
          <a:blip r:embed="rId2"/>
          <a:stretch/>
        </p:blipFill>
        <p:spPr>
          <a:xfrm>
            <a:off x="4800600" y="1143000"/>
            <a:ext cx="4646880" cy="548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"/>
          <p:cNvPicPr/>
          <p:nvPr/>
        </p:nvPicPr>
        <p:blipFill>
          <a:blip r:embed="rId3"/>
          <a:stretch/>
        </p:blipFill>
        <p:spPr>
          <a:xfrm>
            <a:off x="457200" y="4592160"/>
            <a:ext cx="4208760" cy="20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720" cy="75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572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Summary: Penguide is an educational agent that teaches Linux and kernel concepts through a safe, interactive CLI. It combines a Command-Line Interface Module, an Agent Reasoning Module, and a Policy and Security Module (with Shell Execution and Output Management reserved for later reviews) to provide explanations before executing any command.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Pedagogical value: Lowers the barrier to learning the command line and kernel by coupling “what to type” with “why it works,” in a guided loop of explanation, suggested command, and real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Future work: Extend documentation coverage, add adaptive difficulty, and consider Shell Execution and Output Management modules in the next review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Cloud Callout 3"/>
          <p:cNvSpPr/>
          <p:nvPr/>
        </p:nvSpPr>
        <p:spPr>
          <a:xfrm>
            <a:off x="2743200" y="5029200"/>
            <a:ext cx="4658400" cy="12733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rgbClr val="90C2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  <a:ea typeface="DejaVu San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1342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2026-04-05T17:32:19Z</dcterms:modified>
  <cp:revision>18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