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8" r:id="rId12"/>
    <p:sldMasterId id="2147483669" r:id="rId13"/>
    <p:sldMasterId id="2147483670" r:id="rId14"/>
    <p:sldMasterId id="2147483671" r:id="rId15"/>
    <p:sldMasterId id="2147483672" r:id="rId16"/>
    <p:sldMasterId id="2147483673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r" defTabSz="457200"/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move the slide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dt" idx="49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ftr" idx="50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PlaceHolder 6"/>
          <p:cNvSpPr>
            <a:spLocks noGrp="1"/>
          </p:cNvSpPr>
          <p:nvPr>
            <p:ph type="sldNum" idx="51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A25DB2A-8A1E-462A-9C8F-3F9896049C9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A47FDA-F43F-45F5-AD44-BDB7D825A9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3E7295-9C12-4E20-810E-6BD4052BB2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98CE2-1EA9-4B73-B86B-8DAD64F4DD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BB8C82-7C9B-4595-89D6-F7F27EFFAF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9866A7-49EB-4C79-B85A-3BE3F672B2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C900800-77E0-49DB-8204-C4EB65DD09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F39EFD8-FE9C-4C53-9E39-00B18052C7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914ABE4-DC32-4362-AA96-FB576AB3D3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773C0BF-C5C8-40C0-96C1-47E4256CC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87DF9A2-F96E-4361-ABFD-B698FA1BB2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B9AA305-A1AA-45E2-9968-4F6068E6DD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AEF2B9-A056-474B-B5DF-CC9F44EDEA1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3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3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5A3B6E-C9E9-47D6-915E-D9E700FCD79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5DBDFF-1BA8-4379-BFEA-635AD527E99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7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7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854AF7-180D-49FD-A977-DBB87C95C0C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9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9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9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FAC1B9-8C61-46F1-B945-30FD39ED0C3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1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1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3CAA01-62A0-4B45-960E-7B962DEA483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3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3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07FCCB-6F4A-4A3C-A2FF-57305968E69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4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5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5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33FC40-B40B-4D9D-9ACF-3B846F42FD0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24D498-90C6-41CB-8B40-7A6FA029E9A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8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8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8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AD8C90-79D9-4412-A2BE-4D8591DBBA0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69E7A4-C92B-43F9-B425-31CF84EC848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1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1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2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E3F1A3-9BF8-4CD5-A3CF-13AD65B527C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3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3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C28381-4431-4A09-A285-ED5B0AB2FEA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576911-A0BF-49CF-A5F7-FEF39191C51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6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17875B-DF4C-47BC-AEE6-28D1A6919F8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8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8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8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AD9616-02D8-4CB9-8159-F1CBD403602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4280" cy="10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Penguide A Lightweight Local AI Agent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for Secure Linux Command Assistance</a:t>
            </a:r>
            <a:endParaRPr lang="en-US" sz="3200" b="0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90520" cy="283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Vinisha. 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( 620822205119 )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Thirisha.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( 620822205115 )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Rethika. 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( 620822205086 )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Yuvasri.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( 620822205124 )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MRS, Gayathri. M, AP/IT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/>
          </p:nvPr>
        </p:nvSpPr>
        <p:spPr>
          <a:xfrm>
            <a:off x="750240" y="1143000"/>
            <a:ext cx="8082000" cy="544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Beginners learning Linux and kernel concepts lack a safe, guided environment that explains commands clearly, prevents harmful execution, provides documentation-backed answers, and preserves user privacy through fully local AI-based assistance.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Existing AI-powered assistants for system interaction suffer from severalcritical limitations. Most tools are cloud-dependent, creating privacy andreliability concerns.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 Many systems execute commands without sufficient restrictions, leading to potential security risks such as privilege escalation or destructive operations.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Additionally, AI assistants often behave like conversational chatbots, producing verbose explanations instead of actionable outputs, which reduces efficiency in real system workflows.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There is a lack of lightweight, locally deployable AI agents that can safely assist with Linux command execution while maintaining strict control over system behavior.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title"/>
          </p:nvPr>
        </p:nvSpPr>
        <p:spPr>
          <a:xfrm>
            <a:off x="90720" y="228960"/>
            <a:ext cx="85964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64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547560" y="1017720"/>
            <a:ext cx="8596440" cy="561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 Linux commands and kernel concepts through clear, beginner-friendly explanations.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a safe practice environment using an allow-list shell to prevent harmful command execution.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Interpret natural-language questions and generate explanations with a single safe command when appropriate.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Ground responses using curated Linux kernel documentation (RAG-based contextual retrieval).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Support adaptive learning with “simple” and “detailed” explanation modes.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 privacy by running inference locally (e.g., via Ollama) with no external data sharing.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 a structured CLI interface with meta-commands (help, history, clear, exit).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588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604800" y="685800"/>
            <a:ext cx="8082000" cy="274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Most existing AI assistants for system interaction operate as: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Cloud-hosted AI services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General-purpose conversational chatbots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Tools with unrestricted command execution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Examples include cloud IDE assistants and web-based AI shells.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685800" y="4114800"/>
            <a:ext cx="8082000" cy="24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Dependence on internet connectivity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Exposure of system data to third-party servers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latency and inconsistent response times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Risk of executing unsafe or privileged commands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Excessive explanations instead of direct results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6" name="Rectangle 3"/>
          <p:cNvSpPr/>
          <p:nvPr/>
        </p:nvSpPr>
        <p:spPr>
          <a:xfrm>
            <a:off x="228600" y="3240360"/>
            <a:ext cx="3501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8" name="Rectangle 4"/>
          <p:cNvSpPr/>
          <p:nvPr/>
        </p:nvSpPr>
        <p:spPr>
          <a:xfrm>
            <a:off x="184680" y="3429000"/>
            <a:ext cx="3122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558000" y="857880"/>
            <a:ext cx="8082000" cy="234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Penguide is a local AI command agent that: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Runs entirely on the user’s machine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Uses a local large language model for reasoning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Enforces strict command allowlists and policies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Executes at most one command per reques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604800" y="4114800"/>
            <a:ext cx="8082000" cy="251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Complete data privacy and offline capability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Deterministic and predictable behavior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Strong security through command restrictions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 execution with minimal overhead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Scriptable and automation-friendly design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2200" cy="99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pic>
        <p:nvPicPr>
          <p:cNvPr id="322" name=""/>
          <p:cNvPicPr/>
          <p:nvPr/>
        </p:nvPicPr>
        <p:blipFill>
          <a:blip r:embed="rId1"/>
          <a:stretch/>
        </p:blipFill>
        <p:spPr>
          <a:xfrm>
            <a:off x="1143000" y="1060560"/>
            <a:ext cx="8010360" cy="534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6440" cy="6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275760" y="3599280"/>
            <a:ext cx="3031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/>
          </p:nvPr>
        </p:nvSpPr>
        <p:spPr>
          <a:xfrm>
            <a:off x="677520" y="114876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Command-Line Interface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Agent Reasoning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and Security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Shell Execution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 Management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1474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Module 1: Command-Line Interface Module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66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 Single entry point for the user; handles input, meta-commands, and formatted output.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Entry point: bin/penguide.py — interactive loop or one-shot query from the terminal.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 handling: Reads natural-language questions; supports meta-commands: help, history, commands, mode simple / mode detailed, clear, exit / quit.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modes: “Simple” (short explanations) and “Detailed” (deeper explanations); switchable at runtime.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Output: Colored, boxed responses; distinct styling for explanations, executed commands, and errors; prompt label 🐧 penguide&gt;.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Special views: commands lists allowed/denied shell commands; history shows recent conversation turns.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2014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Module 2: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Agent Reasoning Module</a:t>
            </a: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Role: Turns user queries into explanations and, when appropriate, a single safe shell command; coordinates LLM, memory, and kernel documentation.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Components: Orchestrator (core/orchestrator.py), Agent (core/agent.py), Ollama client (models/ollama.py).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Context per turn: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Memory: Last N conversation turns (configurable; e.g. PENGUIDE_MEMORY_MAX_TURNS).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Knowledge: Snippets from knowledge/kernel/*.md matched to the user’s question (e.g. memory, processes).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Environment: Home directory and current working directory injected so the model can suggest realistic paths (~, project dir).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Module 2: Prompting and Teaching Logic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429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prompt: Defines Penguide as a beginner-friendly Linux guide; rules: one command per response, prefer safe commands, avoid inventing commands; format for actions: RUN: &lt;command&gt;.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mode: Injected as “Teaching mode: simple” or “Teaching mode: detailed”; optional per-command hints (e.g. how to explain ls, grep, ps) from configs/teaching.py.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hint: Allow-list of shell commands is included so the model only suggests permitted commands.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Request flow: Full context (history + knowledge + env) + system block + user message → single non-streaming call to Ollama; response is parsed for explanation and optional RUN: line.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Module 2: Parsing and Fallback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685800" y="965520"/>
            <a:ext cx="8596440" cy="474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Parsing: Scan model reply for RUN: &lt;command&gt;; strip markdown (backticks, bold); use only the first line after RUN: as the command string.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 RUN: is present: Explanation = text before RUN:; command is sent to Shell Execution Module; combined output = explanation + “&gt; Executing: &amp;lt;cmd&amp;gt;” + real output.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Fallback: If the user types a line that starts with an allowed command (e.g. ls ~/workspace) and the model did not emit RUN:, the orchestrator still runs that command and appends “&gt; Executing: …” and the result to the explanation.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Outcome: Every actionable step is “explain → show command → show result,” keeping the teaching loop consistent.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Module 3: Policy and Security Module</a:t>
            </a: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 Ensure only safe, educational commands are executed; block destructive or privileged operations.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source: configs/policy.py — two sets: ALLOWED_COMMANDS (e.g. ls, cat, pwd, ps, df, du, grep, find, ip, ss, nano, vim) and DENY_COMMANDS (e.g. sudo, chmod, chown, dd, mount, reboot, shutdown).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Scope: Only the first token (base command) is checked; arguments are not parsed for semantic safety.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Principle: Explicit allow-list plus deny-list; any command not allowed or explicitly denied is rejected before execution.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 3: Enforcement Flow</a:t>
            </a: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776160" y="965520"/>
            <a:ext cx="8596440" cy="452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 a command is proposed: Either extracted from the model’s RUN: line or taken from the user’s direct input (e.g. ls ~/).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Validation steps: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(1) Parse base command (e.g. using shlex.split for correct quoting).(2) Reject if base is in DENY_COMMANDS.(3) Reject if base is not in ALLOWED_COMMANDS.(4) If both checks pass, pass the full command string to the Shell Execution Module.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execution: Rejected commands return an empty string to the orchestrator; no subprocess is spawned.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Result: The shell runner never executes sudo, dd, chmod, or other denied commands, regardless of what the model or user types.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Module 3: Timeouts and Boundaries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685800" y="1371600"/>
            <a:ext cx="8596440" cy="36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Timeout: Shell run is bounded by PENGUIDE_SHELL_TIMEOUT (e.g. 5 seconds); prevents long-running or blocking commands from hanging the CLI.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Error handling: If a command runs but exits non-zero (e.g. invalid options, permission error), the Shell Module returns a clear message (e.g. “command exited with status N…”) plus any captured output; the CLI displays this in the response box.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Academic note: This module demonstrates how to integrate an LLM with a live shell while enforcing a strict, auditable policy and fail-safe defaults—relevant for secure, educational AI assistants.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6440" cy="75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6440" cy="457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Summary: Penguide is an educational agent that teaches Linux and kernel concepts through a safe, interactive CLI. It combines a Command-Line Interface Module, an Agent Reasoning Module, and a Policy and Security Module (with Shell Execution and Output Management reserved for later reviews) to provide explanations before executing any command.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Pedagogical value: Lowers the barrier to learning the command line and kernel by coupling “what to type” with “why it works,” in a guided loop of explanation, suggested command, and real output.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Future work: Extend documentation coverage, add adaptive difficulty, and consider Shell Execution and Output Management modules in the next review phase.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43" name="Cloud Callout 3"/>
          <p:cNvSpPr/>
          <p:nvPr/>
        </p:nvSpPr>
        <p:spPr>
          <a:xfrm>
            <a:off x="2986560" y="5355360"/>
            <a:ext cx="4659120" cy="127404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1"/>
          </a:solidFill>
          <a:ln cap="rnd" w="1908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1319</TotalTime>
  <Application>LibreOffice/26.2.0.3$Linux_X86_64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2026-03-04T06:38:17Z</dcterms:modified>
  <cp:revision>15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