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2.xml" ContentType="application/vnd.openxmlformats-officedocument.presentationml.slideMaster+xml"/>
  <Override PartName="/ppt/slideMasters/slideMaster15.xml" ContentType="application/vnd.openxmlformats-officedocument.presentationml.slideMaster+xml"/>
  <Override PartName="/ppt/slideMasters/slideMaster1.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presProps.xml" ContentType="application/vnd.openxmlformats-officedocument.presentationml.presProps+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4.xml" ContentType="application/vnd.openxmlformats-officedocument.theme+xml"/>
  <Override PartName="/ppt/theme/theme20.xml" ContentType="application/vnd.openxmlformats-officedocument.theme+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17.xml" ContentType="application/vnd.openxmlformats-officedocument.presentationml.slideLayout+xml"/>
  <Override PartName="/ppt/slideLayouts/slideLayout13.xml" ContentType="application/vnd.openxmlformats-officedocument.presentationml.slideLayout+xml"/>
  <Override PartName="/ppt/slideLayouts/slideLayout20.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64" r:id="rId4"/>
    <p:sldMasterId id="2147483666" r:id="rId5"/>
    <p:sldMasterId id="2147483668" r:id="rId6"/>
    <p:sldMasterId id="2147483671"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15.xml"/><Relationship Id="rId5" Type="http://schemas.openxmlformats.org/officeDocument/2006/relationships/slideMaster" Target="slideMasters/slideMaster16.xml"/><Relationship Id="rId6" Type="http://schemas.openxmlformats.org/officeDocument/2006/relationships/slideMaster" Target="slideMasters/slideMaster17.xml"/><Relationship Id="rId7" Type="http://schemas.openxmlformats.org/officeDocument/2006/relationships/slideMaster" Target="slideMasters/slideMaster18.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0.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Noto Serif"/>
              </a:rPr>
              <a:t>Click to move the slide</a:t>
            </a:r>
            <a:endParaRPr lang="en-US" sz="4400" b="0" u="none" strike="noStrike">
              <a:solidFill>
                <a:srgbClr val="000000"/>
              </a:solidFill>
              <a:effectLst/>
              <a:uFillTx/>
              <a:latin typeface="Noto Serif"/>
            </a:endParaRPr>
          </a:p>
        </p:txBody>
      </p:sp>
      <p:sp>
        <p:nvSpPr>
          <p:cNvPr id="338"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Noto Serif"/>
              </a:rPr>
              <a:t>Click to edit the notes format</a:t>
            </a:r>
            <a:endParaRPr lang="en-US" sz="2000" b="0" u="none" strike="noStrike">
              <a:solidFill>
                <a:srgbClr val="000000"/>
              </a:solidFill>
              <a:effectLst/>
              <a:uFillTx/>
              <a:latin typeface="Noto Serif"/>
            </a:endParaRPr>
          </a:p>
        </p:txBody>
      </p:sp>
      <p:sp>
        <p:nvSpPr>
          <p:cNvPr id="339"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Noto Serif"/>
              </a:rPr>
              <a:t>&lt;header&gt;</a:t>
            </a:r>
            <a:endParaRPr lang="en-US" sz="1400" b="0" u="none" strike="noStrike">
              <a:solidFill>
                <a:srgbClr val="000000"/>
              </a:solidFill>
              <a:effectLst/>
              <a:uFillTx/>
              <a:latin typeface="Noto Serif"/>
            </a:endParaRPr>
          </a:p>
        </p:txBody>
      </p:sp>
      <p:sp>
        <p:nvSpPr>
          <p:cNvPr id="340" name="PlaceHolder 4"/>
          <p:cNvSpPr>
            <a:spLocks noGrp="1"/>
          </p:cNvSpPr>
          <p:nvPr>
            <p:ph type="dt" idx="58"/>
          </p:nvPr>
        </p:nvSpPr>
        <p:spPr>
          <a:xfrm>
            <a:off x="4399200" y="0"/>
            <a:ext cx="3372840" cy="50256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Noto Serif"/>
              </a:defRPr>
            </a:lvl1pPr>
          </a:lstStyle>
          <a:p>
            <a:pPr indent="0" algn="r">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341" name="PlaceHolder 5"/>
          <p:cNvSpPr>
            <a:spLocks noGrp="1"/>
          </p:cNvSpPr>
          <p:nvPr>
            <p:ph type="ftr" idx="59"/>
          </p:nvPr>
        </p:nvSpPr>
        <p:spPr>
          <a:xfrm>
            <a:off x="0" y="9555480"/>
            <a:ext cx="3372840" cy="50256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42" name="PlaceHolder 6"/>
          <p:cNvSpPr>
            <a:spLocks noGrp="1"/>
          </p:cNvSpPr>
          <p:nvPr>
            <p:ph type="sldNum" idx="60"/>
          </p:nvPr>
        </p:nvSpPr>
        <p:spPr>
          <a:xfrm>
            <a:off x="4399200" y="9555480"/>
            <a:ext cx="3372840" cy="50256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Noto Serif"/>
              </a:defRPr>
            </a:lvl1pPr>
          </a:lstStyle>
          <a:p>
            <a:pPr indent="0" algn="r">
              <a:buNone/>
            </a:pPr>
            <a:fld id="{D0E7B780-DEC3-4398-B13D-2F4C68CDA26D}" type="slidenum">
              <a:rPr lang="en-US" sz="1400" b="0" u="none" strike="noStrike">
                <a:solidFill>
                  <a:srgbClr val="000000"/>
                </a:solidFill>
                <a:effectLst/>
                <a:uFillTx/>
                <a:latin typeface="Noto Serif"/>
              </a:rPr>
              <a:t>&lt;number&gt;</a:t>
            </a:fld>
            <a:endParaRPr lang="en-US" sz="1400" b="0" u="none" strike="noStrike">
              <a:solidFill>
                <a:srgbClr val="000000"/>
              </a:solidFill>
              <a:effectLst/>
              <a:uFillTx/>
              <a:latin typeface="Noto Serif"/>
            </a:endParaRPr>
          </a:p>
        </p:txBody>
      </p:sp>
    </p:spTree>
  </p:cSld>
  <p:clrMap bg1="lt1" bg2="lt2" tx1="dk1" tx2="dk2" accent1="accent1" accent2="accent2" accent3="accent3" accent4="accent4" accent5="accent5" accent6="accent6" hlink="hlink" folHlink="folHlink"/>
</p:notesMaster>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sldImg"/>
          </p:nvPr>
        </p:nvSpPr>
        <p:spPr>
          <a:xfrm>
            <a:off x="380880" y="685800"/>
            <a:ext cx="6094440" cy="3427560"/>
          </a:xfrm>
          <a:prstGeom prst="rect">
            <a:avLst/>
          </a:prstGeom>
          <a:ln w="0">
            <a:noFill/>
          </a:ln>
        </p:spPr>
      </p:sp>
      <p:sp>
        <p:nvSpPr>
          <p:cNvPr id="383" name="PlaceHolder 2"/>
          <p:cNvSpPr>
            <a:spLocks noGrp="1"/>
          </p:cNvSpPr>
          <p:nvPr>
            <p:ph type="body"/>
          </p:nvPr>
        </p:nvSpPr>
        <p:spPr>
          <a:xfrm>
            <a:off x="685800" y="4343400"/>
            <a:ext cx="5484960" cy="4113360"/>
          </a:xfrm>
          <a:prstGeom prst="rect">
            <a:avLst/>
          </a:prstGeom>
          <a:noFill/>
          <a:ln w="0">
            <a:noFill/>
          </a:ln>
        </p:spPr>
        <p:txBody>
          <a:bodyPr lIns="91440" rIns="91440" tIns="45720" bIns="45720" anchor="t">
            <a:normAutofit/>
          </a:bodyPr>
          <a:p>
            <a:pPr indent="0">
              <a:buNone/>
            </a:pPr>
            <a:endParaRPr lang="en-US" sz="1800" b="0" u="none" strike="noStrike">
              <a:solidFill>
                <a:srgbClr val="000000"/>
              </a:solidFill>
              <a:effectLst/>
              <a:uFillTx/>
              <a:latin typeface="Noto Serif"/>
            </a:endParaRPr>
          </a:p>
        </p:txBody>
      </p:sp>
      <p:sp>
        <p:nvSpPr>
          <p:cNvPr id="384" name="PlaceHolder 3"/>
          <p:cNvSpPr>
            <a:spLocks noGrp="1"/>
          </p:cNvSpPr>
          <p:nvPr>
            <p:ph type="sldNum" idx="61"/>
          </p:nvPr>
        </p:nvSpPr>
        <p:spPr>
          <a:xfrm>
            <a:off x="3884760" y="8685360"/>
            <a:ext cx="2970360" cy="4557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lang="en-US" sz="1200" b="0" u="none" strike="noStrike">
                <a:solidFill>
                  <a:schemeClr val="dk1"/>
                </a:solidFill>
                <a:effectLst/>
                <a:uFillTx/>
                <a:latin typeface="+mn-lt"/>
                <a:ea typeface="+mn-ea"/>
              </a:defRPr>
            </a:lvl1pPr>
          </a:lstStyle>
          <a:p>
            <a:pPr indent="0" algn="r" defTabSz="457200">
              <a:lnSpc>
                <a:spcPct val="100000"/>
              </a:lnSpc>
              <a:buNone/>
              <a:tabLst>
                <a:tab algn="l" pos="0"/>
              </a:tabLst>
            </a:pPr>
            <a:fld id="{17ACD97E-505C-44B9-8176-F99701CE1B7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Noto Serif"/>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1.jpe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1.jpe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8.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29" name="PlaceHolder 1"/>
          <p:cNvSpPr>
            <a:spLocks noGrp="1"/>
          </p:cNvSpPr>
          <p:nvPr>
            <p:ph type="title"/>
          </p:nvPr>
        </p:nvSpPr>
        <p:spPr>
          <a:xfrm>
            <a:off x="677160" y="609480"/>
            <a:ext cx="8595360" cy="131940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0" name="PlaceHolder 2"/>
          <p:cNvSpPr>
            <a:spLocks noGrp="1"/>
          </p:cNvSpPr>
          <p:nvPr>
            <p:ph type="subTitle"/>
          </p:nvPr>
        </p:nvSpPr>
        <p:spPr>
          <a:xfrm>
            <a:off x="677160" y="2160720"/>
            <a:ext cx="8595360" cy="387936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437D94EA-C084-4023-919F-5B7F63C4216D}"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 name="Group 6"/>
          <p:cNvGrpSpPr/>
          <p:nvPr/>
        </p:nvGrpSpPr>
        <p:grpSpPr>
          <a:xfrm>
            <a:off x="0" y="-8640"/>
            <a:ext cx="12190680" cy="6867720"/>
            <a:chOff x="0" y="-8640"/>
            <a:chExt cx="12190680" cy="6867720"/>
          </a:xfrm>
        </p:grpSpPr>
        <p:cxnSp>
          <p:nvCxnSpPr>
            <p:cNvPr id="32" name="Straight Connector 19"/>
            <p:cNvCxnSpPr/>
            <p:nvPr/>
          </p:nvCxnSpPr>
          <p:spPr>
            <a:xfrm>
              <a:off x="9370800" y="0"/>
              <a:ext cx="1220760" cy="6859440"/>
            </a:xfrm>
            <a:prstGeom prst="straightConnector1">
              <a:avLst/>
            </a:prstGeom>
            <a:ln cap="rnd" w="9525">
              <a:solidFill>
                <a:srgbClr val="bfbfbf"/>
              </a:solidFill>
              <a:round/>
            </a:ln>
          </p:spPr>
        </p:cxnSp>
        <p:cxnSp>
          <p:nvCxnSpPr>
            <p:cNvPr id="33"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34"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5"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6"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7"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8"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9"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0"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1"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42" name="PlaceHolder 1"/>
          <p:cNvSpPr>
            <a:spLocks noGrp="1"/>
          </p:cNvSpPr>
          <p:nvPr>
            <p:ph type="title"/>
          </p:nvPr>
        </p:nvSpPr>
        <p:spPr>
          <a:xfrm>
            <a:off x="677160" y="1498680"/>
            <a:ext cx="3853080" cy="127692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000" b="0" u="none" strike="noStrike">
                <a:solidFill>
                  <a:schemeClr val="accent1"/>
                </a:solidFill>
                <a:effectLst/>
                <a:uFillTx/>
                <a:latin typeface="Trebuchet MS"/>
              </a:rPr>
              <a:t>Click to edit Master title style</a:t>
            </a:r>
            <a:endParaRPr lang="en-US" sz="2000" b="0" u="none" strike="noStrike">
              <a:solidFill>
                <a:srgbClr val="000000"/>
              </a:solidFill>
              <a:effectLst/>
              <a:uFillTx/>
              <a:latin typeface="Noto Serif"/>
            </a:endParaRPr>
          </a:p>
        </p:txBody>
      </p:sp>
      <p:sp>
        <p:nvSpPr>
          <p:cNvPr id="43" name="PlaceHolder 2"/>
          <p:cNvSpPr>
            <a:spLocks noGrp="1"/>
          </p:cNvSpPr>
          <p:nvPr>
            <p:ph type="body"/>
          </p:nvPr>
        </p:nvSpPr>
        <p:spPr>
          <a:xfrm>
            <a:off x="4760640" y="514800"/>
            <a:ext cx="4512240" cy="55249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44" name="PlaceHolder 3"/>
          <p:cNvSpPr>
            <a:spLocks noGrp="1"/>
          </p:cNvSpPr>
          <p:nvPr>
            <p:ph type="body"/>
          </p:nvPr>
        </p:nvSpPr>
        <p:spPr>
          <a:xfrm>
            <a:off x="677160" y="2777040"/>
            <a:ext cx="3853080" cy="258300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400" b="0" u="none" strike="noStrike">
                <a:solidFill>
                  <a:schemeClr val="dk1">
                    <a:lumMod val="75000"/>
                    <a:lumOff val="25000"/>
                  </a:schemeClr>
                </a:solidFill>
                <a:effectLst/>
                <a:uFillTx/>
                <a:latin typeface="Trebuchet MS"/>
              </a:rPr>
              <a:t>Click to edit Master text styles</a:t>
            </a:r>
            <a:endParaRPr lang="en-US" sz="1400" b="0" u="none" strike="noStrike">
              <a:solidFill>
                <a:srgbClr val="000000"/>
              </a:solidFill>
              <a:effectLst/>
              <a:uFillTx/>
              <a:latin typeface="Noto Serif"/>
            </a:endParaRPr>
          </a:p>
        </p:txBody>
      </p:sp>
      <p:sp>
        <p:nvSpPr>
          <p:cNvPr id="45" name="PlaceHolder 4"/>
          <p:cNvSpPr>
            <a:spLocks noGrp="1"/>
          </p:cNvSpPr>
          <p:nvPr>
            <p:ph type="dt" idx="4"/>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46" name="PlaceHolder 5"/>
          <p:cNvSpPr>
            <a:spLocks noGrp="1"/>
          </p:cNvSpPr>
          <p:nvPr>
            <p:ph type="ftr" idx="5"/>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47" name="PlaceHolder 6"/>
          <p:cNvSpPr>
            <a:spLocks noGrp="1"/>
          </p:cNvSpPr>
          <p:nvPr>
            <p:ph type="sldNum" idx="6"/>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1646B7F4-2AAF-402F-9584-F7014EC78109}"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48" name="Group 6"/>
          <p:cNvGrpSpPr/>
          <p:nvPr/>
        </p:nvGrpSpPr>
        <p:grpSpPr>
          <a:xfrm>
            <a:off x="0" y="-8640"/>
            <a:ext cx="12190680" cy="6867720"/>
            <a:chOff x="0" y="-8640"/>
            <a:chExt cx="12190680" cy="6867720"/>
          </a:xfrm>
        </p:grpSpPr>
        <p:cxnSp>
          <p:nvCxnSpPr>
            <p:cNvPr id="49" name="Straight Connector 19"/>
            <p:cNvCxnSpPr/>
            <p:nvPr/>
          </p:nvCxnSpPr>
          <p:spPr>
            <a:xfrm>
              <a:off x="9370800" y="0"/>
              <a:ext cx="1220760" cy="6859440"/>
            </a:xfrm>
            <a:prstGeom prst="straightConnector1">
              <a:avLst/>
            </a:prstGeom>
            <a:ln cap="rnd" w="9525">
              <a:solidFill>
                <a:srgbClr val="bfbfbf"/>
              </a:solidFill>
              <a:round/>
            </a:ln>
          </p:spPr>
        </p:cxnSp>
        <p:cxnSp>
          <p:nvCxnSpPr>
            <p:cNvPr id="50"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51"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2"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3"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4"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5"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6"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7"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8"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59" name="PlaceHolder 1"/>
          <p:cNvSpPr>
            <a:spLocks noGrp="1"/>
          </p:cNvSpPr>
          <p:nvPr>
            <p:ph type="title"/>
          </p:nvPr>
        </p:nvSpPr>
        <p:spPr>
          <a:xfrm>
            <a:off x="677160" y="4800600"/>
            <a:ext cx="8595360" cy="56520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400" b="0" u="none" strike="noStrike">
                <a:solidFill>
                  <a:schemeClr val="accent1"/>
                </a:solidFill>
                <a:effectLst/>
                <a:uFillTx/>
                <a:latin typeface="Trebuchet MS"/>
              </a:rPr>
              <a:t>Click to edit Master title style</a:t>
            </a:r>
            <a:endParaRPr lang="en-US" sz="2400" b="0" u="none" strike="noStrike">
              <a:solidFill>
                <a:srgbClr val="000000"/>
              </a:solidFill>
              <a:effectLst/>
              <a:uFillTx/>
              <a:latin typeface="Noto Serif"/>
            </a:endParaRPr>
          </a:p>
        </p:txBody>
      </p:sp>
      <p:sp>
        <p:nvSpPr>
          <p:cNvPr id="60" name="PlaceHolder 2"/>
          <p:cNvSpPr>
            <a:spLocks noGrp="1"/>
          </p:cNvSpPr>
          <p:nvPr>
            <p:ph type="body"/>
          </p:nvPr>
        </p:nvSpPr>
        <p:spPr>
          <a:xfrm>
            <a:off x="677160" y="609480"/>
            <a:ext cx="8595360" cy="3844440"/>
          </a:xfrm>
          <a:prstGeom prst="rect">
            <a:avLst/>
          </a:prstGeom>
          <a:noFill/>
          <a:ln w="0">
            <a:noFill/>
          </a:ln>
        </p:spPr>
        <p:txBody>
          <a:bodyPr lIns="90000" rIns="90000" tIns="45000" bIns="45000" anchor="t">
            <a:normAutofit/>
          </a:bodyPr>
          <a:p>
            <a:pPr indent="0" algn="ctr" defTabSz="457200">
              <a:lnSpc>
                <a:spcPct val="100000"/>
              </a:lnSpc>
              <a:buNone/>
              <a:tabLst>
                <a:tab algn="l" pos="0"/>
              </a:tabLst>
            </a:pPr>
            <a:r>
              <a:rPr lang="en-US" sz="1600" b="0" u="none" strike="noStrike">
                <a:solidFill>
                  <a:schemeClr val="dk1"/>
                </a:solidFill>
                <a:effectLst/>
                <a:uFillTx/>
                <a:latin typeface="Trebuchet MS"/>
              </a:rPr>
              <a:t>Click icon to add picture</a:t>
            </a:r>
            <a:endParaRPr lang="en-US" sz="1600" b="0" u="none" strike="noStrike">
              <a:solidFill>
                <a:srgbClr val="000000"/>
              </a:solidFill>
              <a:effectLst/>
              <a:uFillTx/>
              <a:latin typeface="Noto Serif"/>
            </a:endParaRPr>
          </a:p>
        </p:txBody>
      </p:sp>
      <p:sp>
        <p:nvSpPr>
          <p:cNvPr id="61" name="PlaceHolder 3"/>
          <p:cNvSpPr>
            <a:spLocks noGrp="1"/>
          </p:cNvSpPr>
          <p:nvPr>
            <p:ph type="body"/>
          </p:nvPr>
        </p:nvSpPr>
        <p:spPr>
          <a:xfrm>
            <a:off x="677160" y="5367240"/>
            <a:ext cx="8595360" cy="67248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200" b="0" u="none" strike="noStrike">
                <a:solidFill>
                  <a:schemeClr val="dk1">
                    <a:lumMod val="75000"/>
                    <a:lumOff val="25000"/>
                  </a:schemeClr>
                </a:solidFill>
                <a:effectLst/>
                <a:uFillTx/>
                <a:latin typeface="Trebuchet MS"/>
              </a:rPr>
              <a:t>Click to edit Master text styles</a:t>
            </a:r>
            <a:endParaRPr lang="en-US" sz="1200" b="0" u="none" strike="noStrike">
              <a:solidFill>
                <a:srgbClr val="000000"/>
              </a:solidFill>
              <a:effectLst/>
              <a:uFillTx/>
              <a:latin typeface="Noto Serif"/>
            </a:endParaRPr>
          </a:p>
        </p:txBody>
      </p:sp>
      <p:sp>
        <p:nvSpPr>
          <p:cNvPr id="62" name="PlaceHolder 4"/>
          <p:cNvSpPr>
            <a:spLocks noGrp="1"/>
          </p:cNvSpPr>
          <p:nvPr>
            <p:ph type="dt" idx="7"/>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63" name="PlaceHolder 5"/>
          <p:cNvSpPr>
            <a:spLocks noGrp="1"/>
          </p:cNvSpPr>
          <p:nvPr>
            <p:ph type="ftr" idx="8"/>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64" name="PlaceHolder 6"/>
          <p:cNvSpPr>
            <a:spLocks noGrp="1"/>
          </p:cNvSpPr>
          <p:nvPr>
            <p:ph type="sldNum" idx="9"/>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342C4402-F926-4522-8ACE-7D10878FDBDA}"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65" name="Group 6"/>
          <p:cNvGrpSpPr/>
          <p:nvPr/>
        </p:nvGrpSpPr>
        <p:grpSpPr>
          <a:xfrm>
            <a:off x="0" y="-8640"/>
            <a:ext cx="12190680" cy="6867720"/>
            <a:chOff x="0" y="-8640"/>
            <a:chExt cx="12190680" cy="6867720"/>
          </a:xfrm>
        </p:grpSpPr>
        <p:cxnSp>
          <p:nvCxnSpPr>
            <p:cNvPr id="66" name="Straight Connector 19"/>
            <p:cNvCxnSpPr/>
            <p:nvPr/>
          </p:nvCxnSpPr>
          <p:spPr>
            <a:xfrm>
              <a:off x="9370800" y="0"/>
              <a:ext cx="1220760" cy="6859440"/>
            </a:xfrm>
            <a:prstGeom prst="straightConnector1">
              <a:avLst/>
            </a:prstGeom>
            <a:ln cap="rnd" w="9525">
              <a:solidFill>
                <a:srgbClr val="bfbfbf"/>
              </a:solidFill>
              <a:round/>
            </a:ln>
          </p:spPr>
        </p:cxnSp>
        <p:cxnSp>
          <p:nvCxnSpPr>
            <p:cNvPr id="67"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68"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69"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0"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1"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2"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3"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4"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5"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76" name="PlaceHolder 1"/>
          <p:cNvSpPr>
            <a:spLocks noGrp="1"/>
          </p:cNvSpPr>
          <p:nvPr>
            <p:ph type="title"/>
          </p:nvPr>
        </p:nvSpPr>
        <p:spPr>
          <a:xfrm>
            <a:off x="677160" y="609480"/>
            <a:ext cx="8595360" cy="340200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77" name="PlaceHolder 2"/>
          <p:cNvSpPr>
            <a:spLocks noGrp="1"/>
          </p:cNvSpPr>
          <p:nvPr>
            <p:ph type="body"/>
          </p:nvPr>
        </p:nvSpPr>
        <p:spPr>
          <a:xfrm>
            <a:off x="677160" y="4470480"/>
            <a:ext cx="8595360" cy="156960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78" name="PlaceHolder 3"/>
          <p:cNvSpPr>
            <a:spLocks noGrp="1"/>
          </p:cNvSpPr>
          <p:nvPr>
            <p:ph type="dt" idx="10"/>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79" name="PlaceHolder 4"/>
          <p:cNvSpPr>
            <a:spLocks noGrp="1"/>
          </p:cNvSpPr>
          <p:nvPr>
            <p:ph type="ftr" idx="11"/>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80" name="PlaceHolder 5"/>
          <p:cNvSpPr>
            <a:spLocks noGrp="1"/>
          </p:cNvSpPr>
          <p:nvPr>
            <p:ph type="sldNum" idx="12"/>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73304FCF-687A-4FE3-BF47-21E6804EAEA4}"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81" name="Group 6"/>
          <p:cNvGrpSpPr/>
          <p:nvPr/>
        </p:nvGrpSpPr>
        <p:grpSpPr>
          <a:xfrm>
            <a:off x="0" y="-8640"/>
            <a:ext cx="12190680" cy="6867720"/>
            <a:chOff x="0" y="-8640"/>
            <a:chExt cx="12190680" cy="6867720"/>
          </a:xfrm>
        </p:grpSpPr>
        <p:cxnSp>
          <p:nvCxnSpPr>
            <p:cNvPr id="82" name="Straight Connector 19"/>
            <p:cNvCxnSpPr/>
            <p:nvPr/>
          </p:nvCxnSpPr>
          <p:spPr>
            <a:xfrm>
              <a:off x="9370800" y="0"/>
              <a:ext cx="1220760" cy="6859440"/>
            </a:xfrm>
            <a:prstGeom prst="straightConnector1">
              <a:avLst/>
            </a:prstGeom>
            <a:ln cap="rnd" w="9525">
              <a:solidFill>
                <a:srgbClr val="bfbfbf"/>
              </a:solidFill>
              <a:round/>
            </a:ln>
          </p:spPr>
        </p:cxnSp>
        <p:cxnSp>
          <p:nvCxnSpPr>
            <p:cNvPr id="83"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84"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5"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6"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7"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8"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9"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0"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1"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92" name="PlaceHolder 1"/>
          <p:cNvSpPr>
            <a:spLocks noGrp="1"/>
          </p:cNvSpPr>
          <p:nvPr>
            <p:ph type="title"/>
          </p:nvPr>
        </p:nvSpPr>
        <p:spPr>
          <a:xfrm>
            <a:off x="931320" y="609480"/>
            <a:ext cx="8092800" cy="302112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93" name="PlaceHolder 2"/>
          <p:cNvSpPr>
            <a:spLocks noGrp="1"/>
          </p:cNvSpPr>
          <p:nvPr>
            <p:ph type="body"/>
          </p:nvPr>
        </p:nvSpPr>
        <p:spPr>
          <a:xfrm>
            <a:off x="1366200" y="3632040"/>
            <a:ext cx="7223040" cy="379440"/>
          </a:xfrm>
          <a:prstGeom prst="rect">
            <a:avLst/>
          </a:prstGeom>
          <a:noFill/>
          <a:ln w="0">
            <a:noFill/>
          </a:ln>
        </p:spPr>
        <p:txBody>
          <a:bodyPr lIns="91440" rIns="91440" tIns="45720" bIns="45720" anchor="ctr">
            <a:noAutofit/>
          </a:bodyPr>
          <a:p>
            <a:pPr indent="0" defTabSz="457200">
              <a:lnSpc>
                <a:spcPct val="100000"/>
              </a:lnSpc>
              <a:spcBef>
                <a:spcPts val="1001"/>
              </a:spcBef>
              <a:buNone/>
              <a:tabLst>
                <a:tab algn="l" pos="0"/>
              </a:tabLst>
            </a:pPr>
            <a:r>
              <a:rPr lang="en-US" sz="1600" b="0" u="none" strike="noStrike">
                <a:solidFill>
                  <a:schemeClr val="dk1">
                    <a:lumMod val="50000"/>
                    <a:lumOff val="50000"/>
                  </a:schemeClr>
                </a:solidFill>
                <a:effectLst/>
                <a:uFillTx/>
                <a:latin typeface="Trebuchet MS"/>
              </a:rPr>
              <a:t>Click to edit Master text styles</a:t>
            </a:r>
            <a:endParaRPr lang="en-US" sz="1600" b="0" u="none" strike="noStrike">
              <a:solidFill>
                <a:srgbClr val="000000"/>
              </a:solidFill>
              <a:effectLst/>
              <a:uFillTx/>
              <a:latin typeface="Noto Serif"/>
            </a:endParaRPr>
          </a:p>
        </p:txBody>
      </p:sp>
      <p:sp>
        <p:nvSpPr>
          <p:cNvPr id="94" name="PlaceHolder 3"/>
          <p:cNvSpPr>
            <a:spLocks noGrp="1"/>
          </p:cNvSpPr>
          <p:nvPr>
            <p:ph type="body"/>
          </p:nvPr>
        </p:nvSpPr>
        <p:spPr>
          <a:xfrm>
            <a:off x="677160" y="4470480"/>
            <a:ext cx="8595360" cy="156960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95" name="PlaceHolder 4"/>
          <p:cNvSpPr>
            <a:spLocks noGrp="1"/>
          </p:cNvSpPr>
          <p:nvPr>
            <p:ph type="dt" idx="13"/>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96" name="PlaceHolder 5"/>
          <p:cNvSpPr>
            <a:spLocks noGrp="1"/>
          </p:cNvSpPr>
          <p:nvPr>
            <p:ph type="ftr" idx="14"/>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97" name="PlaceHolder 6"/>
          <p:cNvSpPr>
            <a:spLocks noGrp="1"/>
          </p:cNvSpPr>
          <p:nvPr>
            <p:ph type="sldNum" idx="15"/>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3C86B7E4-FE4D-47FB-9CB7-EE4C382D37D7}"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98" name="TextBox 19"/>
          <p:cNvSpPr/>
          <p:nvPr/>
        </p:nvSpPr>
        <p:spPr>
          <a:xfrm>
            <a:off x="541800" y="79020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99" name="TextBox 21"/>
          <p:cNvSpPr/>
          <p:nvPr/>
        </p:nvSpPr>
        <p:spPr>
          <a:xfrm>
            <a:off x="8893080" y="288648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00" name="Group 6"/>
          <p:cNvGrpSpPr/>
          <p:nvPr/>
        </p:nvGrpSpPr>
        <p:grpSpPr>
          <a:xfrm>
            <a:off x="0" y="-8640"/>
            <a:ext cx="12190680" cy="6867720"/>
            <a:chOff x="0" y="-8640"/>
            <a:chExt cx="12190680" cy="6867720"/>
          </a:xfrm>
        </p:grpSpPr>
        <p:cxnSp>
          <p:nvCxnSpPr>
            <p:cNvPr id="101" name="Straight Connector 19"/>
            <p:cNvCxnSpPr/>
            <p:nvPr/>
          </p:nvCxnSpPr>
          <p:spPr>
            <a:xfrm>
              <a:off x="9370800" y="0"/>
              <a:ext cx="1220760" cy="6859440"/>
            </a:xfrm>
            <a:prstGeom prst="straightConnector1">
              <a:avLst/>
            </a:prstGeom>
            <a:ln cap="rnd" w="9525">
              <a:solidFill>
                <a:srgbClr val="bfbfbf"/>
              </a:solidFill>
              <a:round/>
            </a:ln>
          </p:spPr>
        </p:cxnSp>
        <p:cxnSp>
          <p:nvCxnSpPr>
            <p:cNvPr id="102"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03"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4"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5"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6"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7"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8"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9"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10"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11" name="PlaceHolder 1"/>
          <p:cNvSpPr>
            <a:spLocks noGrp="1"/>
          </p:cNvSpPr>
          <p:nvPr>
            <p:ph type="title"/>
          </p:nvPr>
        </p:nvSpPr>
        <p:spPr>
          <a:xfrm>
            <a:off x="677160" y="1932120"/>
            <a:ext cx="8595360" cy="259416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12" name="PlaceHolder 2"/>
          <p:cNvSpPr>
            <a:spLocks noGrp="1"/>
          </p:cNvSpPr>
          <p:nvPr>
            <p:ph type="body"/>
          </p:nvPr>
        </p:nvSpPr>
        <p:spPr>
          <a:xfrm>
            <a:off x="677160" y="4527360"/>
            <a:ext cx="8595360" cy="1512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13" name="PlaceHolder 3"/>
          <p:cNvSpPr>
            <a:spLocks noGrp="1"/>
          </p:cNvSpPr>
          <p:nvPr>
            <p:ph type="dt" idx="16"/>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14" name="PlaceHolder 4"/>
          <p:cNvSpPr>
            <a:spLocks noGrp="1"/>
          </p:cNvSpPr>
          <p:nvPr>
            <p:ph type="ftr" idx="17"/>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15" name="PlaceHolder 5"/>
          <p:cNvSpPr>
            <a:spLocks noGrp="1"/>
          </p:cNvSpPr>
          <p:nvPr>
            <p:ph type="sldNum" idx="18"/>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A2DD7A81-37A5-4205-A605-9E370BF3B71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16" name="Group 6"/>
          <p:cNvGrpSpPr/>
          <p:nvPr/>
        </p:nvGrpSpPr>
        <p:grpSpPr>
          <a:xfrm>
            <a:off x="0" y="-8640"/>
            <a:ext cx="12190680" cy="6867720"/>
            <a:chOff x="0" y="-8640"/>
            <a:chExt cx="12190680" cy="6867720"/>
          </a:xfrm>
        </p:grpSpPr>
        <p:cxnSp>
          <p:nvCxnSpPr>
            <p:cNvPr id="117" name="Straight Connector 19"/>
            <p:cNvCxnSpPr/>
            <p:nvPr/>
          </p:nvCxnSpPr>
          <p:spPr>
            <a:xfrm>
              <a:off x="9370800" y="0"/>
              <a:ext cx="1220760" cy="6859440"/>
            </a:xfrm>
            <a:prstGeom prst="straightConnector1">
              <a:avLst/>
            </a:prstGeom>
            <a:ln cap="rnd" w="9525">
              <a:solidFill>
                <a:srgbClr val="bfbfbf"/>
              </a:solidFill>
              <a:round/>
            </a:ln>
          </p:spPr>
        </p:cxnSp>
        <p:cxnSp>
          <p:nvCxnSpPr>
            <p:cNvPr id="118"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19"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0"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1"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2"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3"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4"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5"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6"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27" name="PlaceHolder 1"/>
          <p:cNvSpPr>
            <a:spLocks noGrp="1"/>
          </p:cNvSpPr>
          <p:nvPr>
            <p:ph type="title"/>
          </p:nvPr>
        </p:nvSpPr>
        <p:spPr>
          <a:xfrm>
            <a:off x="931320" y="609480"/>
            <a:ext cx="8092800" cy="302112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28" name="PlaceHolder 2"/>
          <p:cNvSpPr>
            <a:spLocks noGrp="1"/>
          </p:cNvSpPr>
          <p:nvPr>
            <p:ph type="body"/>
          </p:nvPr>
        </p:nvSpPr>
        <p:spPr>
          <a:xfrm>
            <a:off x="677160" y="4013280"/>
            <a:ext cx="8595360" cy="51264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29" name="PlaceHolder 3"/>
          <p:cNvSpPr>
            <a:spLocks noGrp="1"/>
          </p:cNvSpPr>
          <p:nvPr>
            <p:ph type="body"/>
          </p:nvPr>
        </p:nvSpPr>
        <p:spPr>
          <a:xfrm>
            <a:off x="677160" y="4527360"/>
            <a:ext cx="8595360" cy="1512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30" name="PlaceHolder 4"/>
          <p:cNvSpPr>
            <a:spLocks noGrp="1"/>
          </p:cNvSpPr>
          <p:nvPr>
            <p:ph type="dt" idx="19"/>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31" name="PlaceHolder 5"/>
          <p:cNvSpPr>
            <a:spLocks noGrp="1"/>
          </p:cNvSpPr>
          <p:nvPr>
            <p:ph type="ftr" idx="20"/>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32" name="PlaceHolder 6"/>
          <p:cNvSpPr>
            <a:spLocks noGrp="1"/>
          </p:cNvSpPr>
          <p:nvPr>
            <p:ph type="sldNum" idx="21"/>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4512EC09-8526-4C20-B212-9D85F71E769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133" name="TextBox 23"/>
          <p:cNvSpPr/>
          <p:nvPr/>
        </p:nvSpPr>
        <p:spPr>
          <a:xfrm>
            <a:off x="541800" y="79020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134" name="TextBox 24"/>
          <p:cNvSpPr/>
          <p:nvPr/>
        </p:nvSpPr>
        <p:spPr>
          <a:xfrm>
            <a:off x="8893080" y="288648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35" name="Group 6"/>
          <p:cNvGrpSpPr/>
          <p:nvPr/>
        </p:nvGrpSpPr>
        <p:grpSpPr>
          <a:xfrm>
            <a:off x="0" y="-8640"/>
            <a:ext cx="12190680" cy="6867720"/>
            <a:chOff x="0" y="-8640"/>
            <a:chExt cx="12190680" cy="6867720"/>
          </a:xfrm>
        </p:grpSpPr>
        <p:cxnSp>
          <p:nvCxnSpPr>
            <p:cNvPr id="136" name="Straight Connector 19"/>
            <p:cNvCxnSpPr/>
            <p:nvPr/>
          </p:nvCxnSpPr>
          <p:spPr>
            <a:xfrm>
              <a:off x="9370800" y="0"/>
              <a:ext cx="1220760" cy="6859440"/>
            </a:xfrm>
            <a:prstGeom prst="straightConnector1">
              <a:avLst/>
            </a:prstGeom>
            <a:ln cap="rnd" w="9525">
              <a:solidFill>
                <a:srgbClr val="bfbfbf"/>
              </a:solidFill>
              <a:round/>
            </a:ln>
          </p:spPr>
        </p:cxnSp>
        <p:cxnSp>
          <p:nvCxnSpPr>
            <p:cNvPr id="137"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38"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39"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0"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41"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42"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3"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4"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5"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46" name="PlaceHolder 1"/>
          <p:cNvSpPr>
            <a:spLocks noGrp="1"/>
          </p:cNvSpPr>
          <p:nvPr>
            <p:ph type="title"/>
          </p:nvPr>
        </p:nvSpPr>
        <p:spPr>
          <a:xfrm>
            <a:off x="685800" y="609480"/>
            <a:ext cx="8586720" cy="302112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47" name="PlaceHolder 2"/>
          <p:cNvSpPr>
            <a:spLocks noGrp="1"/>
          </p:cNvSpPr>
          <p:nvPr>
            <p:ph type="body"/>
          </p:nvPr>
        </p:nvSpPr>
        <p:spPr>
          <a:xfrm>
            <a:off x="677160" y="4013280"/>
            <a:ext cx="8595360" cy="51264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accent1"/>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48" name="PlaceHolder 3"/>
          <p:cNvSpPr>
            <a:spLocks noGrp="1"/>
          </p:cNvSpPr>
          <p:nvPr>
            <p:ph type="body"/>
          </p:nvPr>
        </p:nvSpPr>
        <p:spPr>
          <a:xfrm>
            <a:off x="677160" y="4527360"/>
            <a:ext cx="8595360" cy="1512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49" name="PlaceHolder 4"/>
          <p:cNvSpPr>
            <a:spLocks noGrp="1"/>
          </p:cNvSpPr>
          <p:nvPr>
            <p:ph type="dt" idx="22"/>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50" name="PlaceHolder 5"/>
          <p:cNvSpPr>
            <a:spLocks noGrp="1"/>
          </p:cNvSpPr>
          <p:nvPr>
            <p:ph type="ftr" idx="23"/>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51" name="PlaceHolder 6"/>
          <p:cNvSpPr>
            <a:spLocks noGrp="1"/>
          </p:cNvSpPr>
          <p:nvPr>
            <p:ph type="sldNum" idx="24"/>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6805455D-2805-455C-820C-F1FA7E42879C}"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52" name="Group 6"/>
          <p:cNvGrpSpPr/>
          <p:nvPr/>
        </p:nvGrpSpPr>
        <p:grpSpPr>
          <a:xfrm>
            <a:off x="0" y="-8640"/>
            <a:ext cx="12190680" cy="6867720"/>
            <a:chOff x="0" y="-8640"/>
            <a:chExt cx="12190680" cy="6867720"/>
          </a:xfrm>
        </p:grpSpPr>
        <p:cxnSp>
          <p:nvCxnSpPr>
            <p:cNvPr id="153" name="Straight Connector 19"/>
            <p:cNvCxnSpPr/>
            <p:nvPr/>
          </p:nvCxnSpPr>
          <p:spPr>
            <a:xfrm>
              <a:off x="9370800" y="0"/>
              <a:ext cx="1220760" cy="6859440"/>
            </a:xfrm>
            <a:prstGeom prst="straightConnector1">
              <a:avLst/>
            </a:prstGeom>
            <a:ln cap="rnd" w="9525">
              <a:solidFill>
                <a:srgbClr val="bfbfbf"/>
              </a:solidFill>
              <a:round/>
            </a:ln>
          </p:spPr>
        </p:cxnSp>
        <p:cxnSp>
          <p:nvCxnSpPr>
            <p:cNvPr id="154"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55"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6"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7"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8"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9"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0"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1"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2"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63"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64" name="PlaceHolder 2"/>
          <p:cNvSpPr>
            <a:spLocks noGrp="1"/>
          </p:cNvSpPr>
          <p:nvPr>
            <p:ph type="body"/>
          </p:nvPr>
        </p:nvSpPr>
        <p:spPr>
          <a:xfrm>
            <a:off x="677160" y="2160720"/>
            <a:ext cx="8595360" cy="387936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65" name="PlaceHolder 3"/>
          <p:cNvSpPr>
            <a:spLocks noGrp="1"/>
          </p:cNvSpPr>
          <p:nvPr>
            <p:ph type="dt" idx="25"/>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66" name="PlaceHolder 4"/>
          <p:cNvSpPr>
            <a:spLocks noGrp="1"/>
          </p:cNvSpPr>
          <p:nvPr>
            <p:ph type="ftr" idx="26"/>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67" name="PlaceHolder 5"/>
          <p:cNvSpPr>
            <a:spLocks noGrp="1"/>
          </p:cNvSpPr>
          <p:nvPr>
            <p:ph type="sldNum" idx="27"/>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EBA7E534-57E7-4391-A447-38AAB0531FF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68" name="Group 6"/>
          <p:cNvGrpSpPr/>
          <p:nvPr/>
        </p:nvGrpSpPr>
        <p:grpSpPr>
          <a:xfrm>
            <a:off x="0" y="-8640"/>
            <a:ext cx="12190680" cy="6867720"/>
            <a:chOff x="0" y="-8640"/>
            <a:chExt cx="12190680" cy="6867720"/>
          </a:xfrm>
        </p:grpSpPr>
        <p:cxnSp>
          <p:nvCxnSpPr>
            <p:cNvPr id="169" name="Straight Connector 19"/>
            <p:cNvCxnSpPr/>
            <p:nvPr/>
          </p:nvCxnSpPr>
          <p:spPr>
            <a:xfrm>
              <a:off x="9370800" y="0"/>
              <a:ext cx="1220760" cy="6859440"/>
            </a:xfrm>
            <a:prstGeom prst="straightConnector1">
              <a:avLst/>
            </a:prstGeom>
            <a:ln cap="rnd" w="9525">
              <a:solidFill>
                <a:srgbClr val="bfbfbf"/>
              </a:solidFill>
              <a:round/>
            </a:ln>
          </p:spPr>
        </p:cxnSp>
        <p:cxnSp>
          <p:nvCxnSpPr>
            <p:cNvPr id="170"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71"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2"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3"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4"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5"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6"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7"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8"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79" name="PlaceHolder 1"/>
          <p:cNvSpPr>
            <a:spLocks noGrp="1"/>
          </p:cNvSpPr>
          <p:nvPr>
            <p:ph type="title"/>
          </p:nvPr>
        </p:nvSpPr>
        <p:spPr>
          <a:xfrm>
            <a:off x="7967520" y="609480"/>
            <a:ext cx="1303200" cy="5249880"/>
          </a:xfrm>
          <a:prstGeom prst="rect">
            <a:avLst/>
          </a:prstGeom>
          <a:noFill/>
          <a:ln w="0">
            <a:noFill/>
          </a:ln>
        </p:spPr>
        <p:txBody>
          <a:bodyPr lIns="91440" rIns="91440" tIns="45720" bIns="45720" anchor="ctr" vert="eaVe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80" name="PlaceHolder 2"/>
          <p:cNvSpPr>
            <a:spLocks noGrp="1"/>
          </p:cNvSpPr>
          <p:nvPr>
            <p:ph type="body"/>
          </p:nvPr>
        </p:nvSpPr>
        <p:spPr>
          <a:xfrm>
            <a:off x="677160" y="609480"/>
            <a:ext cx="7058880" cy="524988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81" name="PlaceHolder 3"/>
          <p:cNvSpPr>
            <a:spLocks noGrp="1"/>
          </p:cNvSpPr>
          <p:nvPr>
            <p:ph type="dt" idx="28"/>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82" name="PlaceHolder 4"/>
          <p:cNvSpPr>
            <a:spLocks noGrp="1"/>
          </p:cNvSpPr>
          <p:nvPr>
            <p:ph type="ftr" idx="29"/>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83" name="PlaceHolder 5"/>
          <p:cNvSpPr>
            <a:spLocks noGrp="1"/>
          </p:cNvSpPr>
          <p:nvPr>
            <p:ph type="sldNum" idx="30"/>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FEB03BCF-7304-4D6C-B108-814B81AF91E0}"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84" name="Group 6"/>
          <p:cNvGrpSpPr/>
          <p:nvPr/>
        </p:nvGrpSpPr>
        <p:grpSpPr>
          <a:xfrm>
            <a:off x="0" y="-8640"/>
            <a:ext cx="12190680" cy="6867720"/>
            <a:chOff x="0" y="-8640"/>
            <a:chExt cx="12190680" cy="6867720"/>
          </a:xfrm>
        </p:grpSpPr>
        <p:cxnSp>
          <p:nvCxnSpPr>
            <p:cNvPr id="185" name="Straight Connector 19"/>
            <p:cNvCxnSpPr/>
            <p:nvPr/>
          </p:nvCxnSpPr>
          <p:spPr>
            <a:xfrm>
              <a:off x="9370800" y="0"/>
              <a:ext cx="1220760" cy="6859440"/>
            </a:xfrm>
            <a:prstGeom prst="straightConnector1">
              <a:avLst/>
            </a:prstGeom>
            <a:ln cap="rnd" w="9525">
              <a:solidFill>
                <a:srgbClr val="bfbfbf"/>
              </a:solidFill>
              <a:round/>
            </a:ln>
          </p:spPr>
        </p:cxnSp>
        <p:cxnSp>
          <p:nvCxnSpPr>
            <p:cNvPr id="186"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87"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8"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9"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0"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1"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2"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3"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4"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95" name="PlaceHolder 1"/>
          <p:cNvSpPr>
            <a:spLocks noGrp="1"/>
          </p:cNvSpPr>
          <p:nvPr>
            <p:ph type="title"/>
          </p:nvPr>
        </p:nvSpPr>
        <p:spPr>
          <a:xfrm>
            <a:off x="677160" y="2700720"/>
            <a:ext cx="8595360" cy="1825200"/>
          </a:xfrm>
          <a:prstGeom prst="rect">
            <a:avLst/>
          </a:prstGeom>
          <a:noFill/>
          <a:ln w="0">
            <a:noFill/>
          </a:ln>
        </p:spPr>
        <p:txBody>
          <a:bodyPr lIns="91440" rIns="91440" tIns="45720" bIns="45720" anchor="b">
            <a:noAutofit/>
          </a:bodyPr>
          <a:p>
            <a:pPr indent="0" defTabSz="457200">
              <a:lnSpc>
                <a:spcPct val="100000"/>
              </a:lnSpc>
              <a:buNone/>
              <a:tabLst>
                <a:tab algn="l" pos="0"/>
              </a:tabLst>
            </a:pPr>
            <a:r>
              <a:rPr lang="en-US" sz="4000" b="0" u="none" strike="noStrike">
                <a:solidFill>
                  <a:schemeClr val="accent1"/>
                </a:solidFill>
                <a:effectLst/>
                <a:uFillTx/>
                <a:latin typeface="Trebuchet MS"/>
              </a:rPr>
              <a:t>Click to edit Master title style</a:t>
            </a:r>
            <a:endParaRPr lang="en-US" sz="4000" b="0" u="none" strike="noStrike">
              <a:solidFill>
                <a:srgbClr val="000000"/>
              </a:solidFill>
              <a:effectLst/>
              <a:uFillTx/>
              <a:latin typeface="Noto Serif"/>
            </a:endParaRPr>
          </a:p>
        </p:txBody>
      </p:sp>
      <p:sp>
        <p:nvSpPr>
          <p:cNvPr id="196" name="PlaceHolder 2"/>
          <p:cNvSpPr>
            <a:spLocks noGrp="1"/>
          </p:cNvSpPr>
          <p:nvPr>
            <p:ph type="body"/>
          </p:nvPr>
        </p:nvSpPr>
        <p:spPr>
          <a:xfrm>
            <a:off x="677160" y="4527360"/>
            <a:ext cx="8595360" cy="85896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lang="en-US" sz="2000" b="0" u="none" strike="noStrike">
                <a:solidFill>
                  <a:schemeClr val="dk1">
                    <a:lumMod val="50000"/>
                    <a:lumOff val="50000"/>
                  </a:schemeClr>
                </a:solidFill>
                <a:effectLst/>
                <a:uFillTx/>
                <a:latin typeface="Trebuchet MS"/>
              </a:rPr>
              <a:t>Click to edit Master text styles</a:t>
            </a:r>
            <a:endParaRPr lang="en-US" sz="2000" b="0" u="none" strike="noStrike">
              <a:solidFill>
                <a:srgbClr val="000000"/>
              </a:solidFill>
              <a:effectLst/>
              <a:uFillTx/>
              <a:latin typeface="Noto Serif"/>
            </a:endParaRPr>
          </a:p>
        </p:txBody>
      </p:sp>
      <p:sp>
        <p:nvSpPr>
          <p:cNvPr id="197" name="PlaceHolder 3"/>
          <p:cNvSpPr>
            <a:spLocks noGrp="1"/>
          </p:cNvSpPr>
          <p:nvPr>
            <p:ph type="dt" idx="31"/>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98" name="PlaceHolder 4"/>
          <p:cNvSpPr>
            <a:spLocks noGrp="1"/>
          </p:cNvSpPr>
          <p:nvPr>
            <p:ph type="ftr" idx="32"/>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99" name="PlaceHolder 5"/>
          <p:cNvSpPr>
            <a:spLocks noGrp="1"/>
          </p:cNvSpPr>
          <p:nvPr>
            <p:ph type="sldNum" idx="33"/>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C1ADD8F0-E5A9-4EA1-B54E-E9EBA44538E0}"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00" name="Group 6"/>
          <p:cNvGrpSpPr/>
          <p:nvPr/>
        </p:nvGrpSpPr>
        <p:grpSpPr>
          <a:xfrm>
            <a:off x="0" y="-8640"/>
            <a:ext cx="12190680" cy="6867720"/>
            <a:chOff x="0" y="-8640"/>
            <a:chExt cx="12190680" cy="6867720"/>
          </a:xfrm>
        </p:grpSpPr>
        <p:cxnSp>
          <p:nvCxnSpPr>
            <p:cNvPr id="201" name="Straight Connector 19"/>
            <p:cNvCxnSpPr/>
            <p:nvPr/>
          </p:nvCxnSpPr>
          <p:spPr>
            <a:xfrm>
              <a:off x="9370800" y="0"/>
              <a:ext cx="1220760" cy="6859440"/>
            </a:xfrm>
            <a:prstGeom prst="straightConnector1">
              <a:avLst/>
            </a:prstGeom>
            <a:ln cap="rnd" w="9525">
              <a:solidFill>
                <a:srgbClr val="bfbfbf"/>
              </a:solidFill>
              <a:round/>
            </a:ln>
          </p:spPr>
        </p:cxnSp>
        <p:cxnSp>
          <p:nvCxnSpPr>
            <p:cNvPr id="202"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03"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4"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5"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6"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7"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8"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9"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0"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11"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12" name="PlaceHolder 2"/>
          <p:cNvSpPr>
            <a:spLocks noGrp="1"/>
          </p:cNvSpPr>
          <p:nvPr>
            <p:ph type="body"/>
          </p:nvPr>
        </p:nvSpPr>
        <p:spPr>
          <a:xfrm>
            <a:off x="677160" y="2160720"/>
            <a:ext cx="418248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13" name="PlaceHolder 3"/>
          <p:cNvSpPr>
            <a:spLocks noGrp="1"/>
          </p:cNvSpPr>
          <p:nvPr>
            <p:ph type="body"/>
          </p:nvPr>
        </p:nvSpPr>
        <p:spPr>
          <a:xfrm>
            <a:off x="5090040" y="2160720"/>
            <a:ext cx="418248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14" name="PlaceHolder 4"/>
          <p:cNvSpPr>
            <a:spLocks noGrp="1"/>
          </p:cNvSpPr>
          <p:nvPr>
            <p:ph type="dt" idx="34"/>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15" name="PlaceHolder 5"/>
          <p:cNvSpPr>
            <a:spLocks noGrp="1"/>
          </p:cNvSpPr>
          <p:nvPr>
            <p:ph type="ftr" idx="35"/>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16" name="PlaceHolder 6"/>
          <p:cNvSpPr>
            <a:spLocks noGrp="1"/>
          </p:cNvSpPr>
          <p:nvPr>
            <p:ph type="sldNum" idx="36"/>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743C3DA1-700A-4BF6-94BE-51FDC1AF8CA5}"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17" name="Group 6"/>
          <p:cNvGrpSpPr/>
          <p:nvPr/>
        </p:nvGrpSpPr>
        <p:grpSpPr>
          <a:xfrm>
            <a:off x="0" y="-8640"/>
            <a:ext cx="12190680" cy="6867720"/>
            <a:chOff x="0" y="-8640"/>
            <a:chExt cx="12190680" cy="6867720"/>
          </a:xfrm>
        </p:grpSpPr>
        <p:cxnSp>
          <p:nvCxnSpPr>
            <p:cNvPr id="218" name="Straight Connector 19"/>
            <p:cNvCxnSpPr/>
            <p:nvPr/>
          </p:nvCxnSpPr>
          <p:spPr>
            <a:xfrm>
              <a:off x="9370800" y="0"/>
              <a:ext cx="1220760" cy="6859440"/>
            </a:xfrm>
            <a:prstGeom prst="straightConnector1">
              <a:avLst/>
            </a:prstGeom>
            <a:ln cap="rnd" w="9525">
              <a:solidFill>
                <a:srgbClr val="bfbfbf"/>
              </a:solidFill>
              <a:round/>
            </a:ln>
          </p:spPr>
        </p:cxnSp>
        <p:cxnSp>
          <p:nvCxnSpPr>
            <p:cNvPr id="219"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20"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1"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2"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3"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4"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5"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6"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7"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28"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29" name="PlaceHolder 2"/>
          <p:cNvSpPr>
            <a:spLocks noGrp="1"/>
          </p:cNvSpPr>
          <p:nvPr>
            <p:ph type="body"/>
          </p:nvPr>
        </p:nvSpPr>
        <p:spPr>
          <a:xfrm>
            <a:off x="675720" y="2161080"/>
            <a:ext cx="4184280" cy="5749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230" name="PlaceHolder 3"/>
          <p:cNvSpPr>
            <a:spLocks noGrp="1"/>
          </p:cNvSpPr>
          <p:nvPr>
            <p:ph type="body"/>
          </p:nvPr>
        </p:nvSpPr>
        <p:spPr>
          <a:xfrm>
            <a:off x="675720" y="2737080"/>
            <a:ext cx="4184280" cy="330264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31" name="PlaceHolder 4"/>
          <p:cNvSpPr>
            <a:spLocks noGrp="1"/>
          </p:cNvSpPr>
          <p:nvPr>
            <p:ph type="body"/>
          </p:nvPr>
        </p:nvSpPr>
        <p:spPr>
          <a:xfrm>
            <a:off x="5088240" y="2161080"/>
            <a:ext cx="4184280" cy="5749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232" name="PlaceHolder 5"/>
          <p:cNvSpPr>
            <a:spLocks noGrp="1"/>
          </p:cNvSpPr>
          <p:nvPr>
            <p:ph type="body"/>
          </p:nvPr>
        </p:nvSpPr>
        <p:spPr>
          <a:xfrm>
            <a:off x="5088240" y="2737080"/>
            <a:ext cx="4184280" cy="330264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33" name="PlaceHolder 6"/>
          <p:cNvSpPr>
            <a:spLocks noGrp="1"/>
          </p:cNvSpPr>
          <p:nvPr>
            <p:ph type="dt" idx="37"/>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34" name="PlaceHolder 7"/>
          <p:cNvSpPr>
            <a:spLocks noGrp="1"/>
          </p:cNvSpPr>
          <p:nvPr>
            <p:ph type="ftr" idx="38"/>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35" name="PlaceHolder 8"/>
          <p:cNvSpPr>
            <a:spLocks noGrp="1"/>
          </p:cNvSpPr>
          <p:nvPr>
            <p:ph type="sldNum" idx="39"/>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5B0DD617-F97B-41A8-8C47-F981B0C98353}"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36" name="Group 6"/>
          <p:cNvGrpSpPr/>
          <p:nvPr/>
        </p:nvGrpSpPr>
        <p:grpSpPr>
          <a:xfrm>
            <a:off x="0" y="-8640"/>
            <a:ext cx="12190680" cy="6867720"/>
            <a:chOff x="0" y="-8640"/>
            <a:chExt cx="12190680" cy="6867720"/>
          </a:xfrm>
        </p:grpSpPr>
        <p:cxnSp>
          <p:nvCxnSpPr>
            <p:cNvPr id="237" name="Straight Connector 19"/>
            <p:cNvCxnSpPr/>
            <p:nvPr/>
          </p:nvCxnSpPr>
          <p:spPr>
            <a:xfrm>
              <a:off x="9370800" y="0"/>
              <a:ext cx="1220760" cy="6859440"/>
            </a:xfrm>
            <a:prstGeom prst="straightConnector1">
              <a:avLst/>
            </a:prstGeom>
            <a:ln cap="rnd" w="9525">
              <a:solidFill>
                <a:srgbClr val="bfbfbf"/>
              </a:solidFill>
              <a:round/>
            </a:ln>
          </p:spPr>
        </p:cxnSp>
        <p:cxnSp>
          <p:nvCxnSpPr>
            <p:cNvPr id="238"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39"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0"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1"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2"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3"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4"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5"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6"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7"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48" name="PlaceHolder 2"/>
          <p:cNvSpPr>
            <a:spLocks noGrp="1"/>
          </p:cNvSpPr>
          <p:nvPr>
            <p:ph type="dt" idx="40"/>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49" name="PlaceHolder 3"/>
          <p:cNvSpPr>
            <a:spLocks noGrp="1"/>
          </p:cNvSpPr>
          <p:nvPr>
            <p:ph type="ftr" idx="41"/>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50" name="PlaceHolder 4"/>
          <p:cNvSpPr>
            <a:spLocks noGrp="1"/>
          </p:cNvSpPr>
          <p:nvPr>
            <p:ph type="sldNum" idx="42"/>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8CC36059-BE77-4CED-BF43-718A3F041997}"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and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677160" y="609480"/>
            <a:ext cx="8595360" cy="131940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67" name="PlaceHolder 2"/>
          <p:cNvSpPr>
            <a:spLocks noGrp="1"/>
          </p:cNvSpPr>
          <p:nvPr>
            <p:ph type="subTitle"/>
          </p:nvPr>
        </p:nvSpPr>
        <p:spPr>
          <a:xfrm>
            <a:off x="677160" y="2160720"/>
            <a:ext cx="8595360" cy="387936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43"/>
          </p:nvPr>
        </p:nvSpPr>
        <p:spPr/>
        <p:txBody>
          <a:bodyPr/>
          <a:p>
            <a:r>
              <a:t>Footer</a:t>
            </a:r>
          </a:p>
        </p:txBody>
      </p:sp>
      <p:sp>
        <p:nvSpPr>
          <p:cNvPr id="5" name="PlaceHolder 4"/>
          <p:cNvSpPr>
            <a:spLocks noGrp="1"/>
          </p:cNvSpPr>
          <p:nvPr>
            <p:ph type="sldNum" idx="44"/>
          </p:nvPr>
        </p:nvSpPr>
        <p:spPr/>
        <p:txBody>
          <a:bodyPr/>
          <a:p>
            <a:fld id="{3B2BE94F-5BFA-47B8-B86E-1BFA91D46489}" type="slidenum">
              <a:t>&lt;#&gt;</a:t>
            </a:fld>
          </a:p>
        </p:txBody>
      </p:sp>
      <p:sp>
        <p:nvSpPr>
          <p:cNvPr id="6" name="PlaceHolder 5"/>
          <p:cNvSpPr>
            <a:spLocks noGrp="1"/>
          </p:cNvSpPr>
          <p:nvPr>
            <p:ph type="dt" idx="45"/>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283" name="PlaceHolder 1"/>
          <p:cNvSpPr>
            <a:spLocks noGrp="1"/>
          </p:cNvSpPr>
          <p:nvPr>
            <p:ph type="title"/>
          </p:nvPr>
        </p:nvSpPr>
        <p:spPr>
          <a:xfrm>
            <a:off x="677160" y="609480"/>
            <a:ext cx="8595360" cy="131940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84" name="PlaceHolder 2"/>
          <p:cNvSpPr>
            <a:spLocks noGrp="1"/>
          </p:cNvSpPr>
          <p:nvPr>
            <p:ph type="subTitle"/>
          </p:nvPr>
        </p:nvSpPr>
        <p:spPr>
          <a:xfrm>
            <a:off x="677160" y="2160720"/>
            <a:ext cx="8595360" cy="387936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46"/>
          </p:nvPr>
        </p:nvSpPr>
        <p:spPr/>
        <p:txBody>
          <a:bodyPr/>
          <a:p>
            <a:r>
              <a:t>Footer</a:t>
            </a:r>
          </a:p>
        </p:txBody>
      </p:sp>
      <p:sp>
        <p:nvSpPr>
          <p:cNvPr id="5" name="PlaceHolder 4"/>
          <p:cNvSpPr>
            <a:spLocks noGrp="1"/>
          </p:cNvSpPr>
          <p:nvPr>
            <p:ph type="sldNum" idx="47"/>
          </p:nvPr>
        </p:nvSpPr>
        <p:spPr/>
        <p:txBody>
          <a:bodyPr/>
          <a:p>
            <a:fld id="{4431BFF7-3ABF-4251-A8E1-C805C22C721E}" type="slidenum">
              <a:t>&lt;#&gt;</a:t>
            </a:fld>
          </a:p>
        </p:txBody>
      </p:sp>
      <p:sp>
        <p:nvSpPr>
          <p:cNvPr id="6" name="PlaceHolder 5"/>
          <p:cNvSpPr>
            <a:spLocks noGrp="1"/>
          </p:cNvSpPr>
          <p:nvPr>
            <p:ph type="dt" idx="48"/>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85" name="Group 6"/>
          <p:cNvGrpSpPr/>
          <p:nvPr/>
        </p:nvGrpSpPr>
        <p:grpSpPr>
          <a:xfrm>
            <a:off x="0" y="-8640"/>
            <a:ext cx="12190680" cy="6867720"/>
            <a:chOff x="0" y="-8640"/>
            <a:chExt cx="12190680" cy="6867720"/>
          </a:xfrm>
        </p:grpSpPr>
        <p:cxnSp>
          <p:nvCxnSpPr>
            <p:cNvPr id="286" name="Straight Connector 19"/>
            <p:cNvCxnSpPr/>
            <p:nvPr/>
          </p:nvCxnSpPr>
          <p:spPr>
            <a:xfrm>
              <a:off x="9370800" y="0"/>
              <a:ext cx="1220760" cy="6859440"/>
            </a:xfrm>
            <a:prstGeom prst="straightConnector1">
              <a:avLst/>
            </a:prstGeom>
            <a:ln cap="rnd" w="9525">
              <a:solidFill>
                <a:srgbClr val="bfbfbf"/>
              </a:solidFill>
              <a:round/>
            </a:ln>
          </p:spPr>
        </p:cxnSp>
        <p:cxnSp>
          <p:nvCxnSpPr>
            <p:cNvPr id="287"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88"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89"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0"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1"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2"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3"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4"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5"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96"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97" name="PlaceHolder 2"/>
          <p:cNvSpPr>
            <a:spLocks noGrp="1"/>
          </p:cNvSpPr>
          <p:nvPr>
            <p:ph type="body"/>
          </p:nvPr>
        </p:nvSpPr>
        <p:spPr>
          <a:xfrm>
            <a:off x="677160" y="2160720"/>
            <a:ext cx="859536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98" name="PlaceHolder 3"/>
          <p:cNvSpPr>
            <a:spLocks noGrp="1"/>
          </p:cNvSpPr>
          <p:nvPr>
            <p:ph type="dt" idx="49"/>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99" name="PlaceHolder 4"/>
          <p:cNvSpPr>
            <a:spLocks noGrp="1"/>
          </p:cNvSpPr>
          <p:nvPr>
            <p:ph type="ftr" idx="50"/>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00" name="PlaceHolder 5"/>
          <p:cNvSpPr>
            <a:spLocks noGrp="1"/>
          </p:cNvSpPr>
          <p:nvPr>
            <p:ph type="sldNum" idx="51"/>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8C134C44-B9F9-4ACF-8B36-1FB192942039}"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21" name="Group 6"/>
          <p:cNvGrpSpPr/>
          <p:nvPr/>
        </p:nvGrpSpPr>
        <p:grpSpPr>
          <a:xfrm>
            <a:off x="0" y="-8640"/>
            <a:ext cx="12190680" cy="6867720"/>
            <a:chOff x="0" y="-8640"/>
            <a:chExt cx="12190680" cy="6867720"/>
          </a:xfrm>
        </p:grpSpPr>
        <p:cxnSp>
          <p:nvCxnSpPr>
            <p:cNvPr id="322" name="Straight Connector 19"/>
            <p:cNvCxnSpPr/>
            <p:nvPr/>
          </p:nvCxnSpPr>
          <p:spPr>
            <a:xfrm>
              <a:off x="9370800" y="0"/>
              <a:ext cx="1220760" cy="6859440"/>
            </a:xfrm>
            <a:prstGeom prst="straightConnector1">
              <a:avLst/>
            </a:prstGeom>
            <a:ln cap="rnd" w="9525">
              <a:solidFill>
                <a:srgbClr val="bfbfbf"/>
              </a:solidFill>
              <a:round/>
            </a:ln>
          </p:spPr>
        </p:cxnSp>
        <p:cxnSp>
          <p:nvCxnSpPr>
            <p:cNvPr id="323"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324"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25"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26"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27"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28"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29"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30"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31"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32" name="PlaceHolder 1"/>
          <p:cNvSpPr>
            <a:spLocks noGrp="1"/>
          </p:cNvSpPr>
          <p:nvPr>
            <p:ph type="dt" idx="55"/>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33" name="PlaceHolder 2"/>
          <p:cNvSpPr>
            <a:spLocks noGrp="1"/>
          </p:cNvSpPr>
          <p:nvPr>
            <p:ph type="ftr" idx="56"/>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34" name="PlaceHolder 3"/>
          <p:cNvSpPr>
            <a:spLocks noGrp="1"/>
          </p:cNvSpPr>
          <p:nvPr>
            <p:ph type="sldNum" idx="57"/>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0EAFF4AE-677C-44EA-9DC8-3EB697DCECF1}"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335" name="PlaceHolder 4"/>
          <p:cNvSpPr>
            <a:spLocks noGrp="1"/>
          </p:cNvSpPr>
          <p:nvPr>
            <p:ph type="title"/>
          </p:nvPr>
        </p:nvSpPr>
        <p:spPr>
          <a:xfrm>
            <a:off x="609480" y="273600"/>
            <a:ext cx="10971360" cy="114372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chemeClr val="dk1"/>
                </a:solidFill>
                <a:effectLst/>
                <a:uFillTx/>
                <a:latin typeface="Trebuchet MS"/>
              </a:rPr>
              <a:t>Click to edit the title text format</a:t>
            </a:r>
            <a:endParaRPr lang="en-US" sz="1800" b="0" u="none" strike="noStrike">
              <a:solidFill>
                <a:srgbClr val="000000"/>
              </a:solidFill>
              <a:effectLst/>
              <a:uFillTx/>
              <a:latin typeface="Noto Serif"/>
            </a:endParaRPr>
          </a:p>
        </p:txBody>
      </p:sp>
      <p:sp>
        <p:nvSpPr>
          <p:cNvPr id="336" name="PlaceHolder 5"/>
          <p:cNvSpPr>
            <a:spLocks noGrp="1"/>
          </p:cNvSpPr>
          <p:nvPr>
            <p:ph type="body"/>
          </p:nvPr>
        </p:nvSpPr>
        <p:spPr>
          <a:xfrm>
            <a:off x="609480" y="1604520"/>
            <a:ext cx="10971360" cy="39762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Click to edit the outline text format</a:t>
            </a:r>
            <a:endParaRPr lang="en-US" sz="1800" b="0" u="none" strike="noStrike">
              <a:solidFill>
                <a:srgbClr val="000000"/>
              </a:solidFill>
              <a:effectLst/>
              <a:uFillTx/>
              <a:latin typeface="Noto Serif"/>
            </a:endParaRPr>
          </a:p>
          <a:p>
            <a:pPr marL="864000" lvl="1" indent="-324000">
              <a:lnSpc>
                <a:spcPct val="100000"/>
              </a:lnSpc>
              <a:spcBef>
                <a:spcPts val="1134"/>
              </a:spcBef>
              <a:buClr>
                <a:srgbClr val="000000"/>
              </a:buClr>
              <a:buSzPct val="75000"/>
              <a:buFont typeface="Symbol" charset="2"/>
              <a:buChar char=""/>
            </a:pPr>
            <a:r>
              <a:rPr lang="en-US" sz="1400" b="0" u="none" strike="noStrike">
                <a:solidFill>
                  <a:schemeClr val="dk1">
                    <a:lumMod val="75000"/>
                    <a:lumOff val="25000"/>
                  </a:schemeClr>
                </a:solidFill>
                <a:effectLst/>
                <a:uFillTx/>
                <a:latin typeface="Trebuchet MS"/>
              </a:rPr>
              <a:t>Second Outline Level</a:t>
            </a:r>
            <a:endParaRPr lang="en-US" sz="1400" b="0" u="none" strike="noStrike">
              <a:solidFill>
                <a:srgbClr val="000000"/>
              </a:solidFill>
              <a:effectLst/>
              <a:uFillTx/>
              <a:latin typeface="Noto Serif"/>
            </a:endParaRPr>
          </a:p>
          <a:p>
            <a:pPr marL="1296000" lvl="2" indent="-288000">
              <a:lnSpc>
                <a:spcPct val="100000"/>
              </a:lnSpc>
              <a:spcBef>
                <a:spcPts val="850"/>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Trebuchet MS"/>
              </a:rPr>
              <a:t>Third Outline Level</a:t>
            </a:r>
            <a:endParaRPr lang="en-US" sz="1200" b="0" u="none" strike="noStrike">
              <a:solidFill>
                <a:srgbClr val="000000"/>
              </a:solidFill>
              <a:effectLst/>
              <a:uFillTx/>
              <a:latin typeface="Noto Serif"/>
            </a:endParaRPr>
          </a:p>
          <a:p>
            <a:pPr marL="1728000" lvl="3" indent="-216000">
              <a:lnSpc>
                <a:spcPct val="100000"/>
              </a:lnSpc>
              <a:spcBef>
                <a:spcPts val="567"/>
              </a:spcBef>
              <a:buClr>
                <a:srgbClr val="000000"/>
              </a:buClr>
              <a:buSzPct val="75000"/>
              <a:buFont typeface="Symbol" charset="2"/>
              <a:buChar char=""/>
            </a:pPr>
            <a:r>
              <a:rPr lang="en-US" sz="1200" b="0" u="none" strike="noStrike">
                <a:solidFill>
                  <a:schemeClr val="dk1">
                    <a:lumMod val="75000"/>
                    <a:lumOff val="25000"/>
                  </a:schemeClr>
                </a:solidFill>
                <a:effectLst/>
                <a:uFillTx/>
                <a:latin typeface="Trebuchet MS"/>
              </a:rPr>
              <a:t>Fourth Outline Level</a:t>
            </a:r>
            <a:endParaRPr lang="en-US" sz="1200" b="0" u="none" strike="noStrike">
              <a:solidFill>
                <a:srgbClr val="000000"/>
              </a:solidFill>
              <a:effectLst/>
              <a:uFillTx/>
              <a:latin typeface="Noto Serif"/>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Fifth Outline Level</a:t>
            </a:r>
            <a:endParaRPr lang="en-US" sz="2000" b="0" u="none" strike="noStrike">
              <a:solidFill>
                <a:srgbClr val="000000"/>
              </a:solidFill>
              <a:effectLst/>
              <a:uFillTx/>
              <a:latin typeface="Noto Serif"/>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Sixth Outline Level</a:t>
            </a:r>
            <a:endParaRPr lang="en-US" sz="2000" b="0" u="none" strike="noStrike">
              <a:solidFill>
                <a:srgbClr val="000000"/>
              </a:solidFill>
              <a:effectLst/>
              <a:uFillTx/>
              <a:latin typeface="Noto Serif"/>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Seventh Outline Level</a:t>
            </a:r>
            <a:endParaRPr lang="en-US" sz="2000" b="0" u="none" strike="noStrike">
              <a:solidFill>
                <a:srgbClr val="000000"/>
              </a:solidFill>
              <a:effectLst/>
              <a:uFillTx/>
              <a:latin typeface="Noto Serif"/>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
    <p:spTree>
      <p:nvGrpSpPr>
        <p:cNvPr id="1" name=""/>
        <p:cNvGrpSpPr/>
        <p:nvPr/>
      </p:nvGrpSpPr>
      <p:grpSpPr>
        <a:xfrm>
          <a:off x="0" y="0"/>
          <a:ext cx="0" cy="0"/>
          <a:chOff x="0" y="0"/>
          <a:chExt cx="0" cy="0"/>
        </a:xfrm>
      </p:grpSpPr>
      <p:sp>
        <p:nvSpPr>
          <p:cNvPr id="317" name="PlaceHolder 1"/>
          <p:cNvSpPr>
            <a:spLocks noGrp="1"/>
          </p:cNvSpPr>
          <p:nvPr>
            <p:ph type="title"/>
          </p:nvPr>
        </p:nvSpPr>
        <p:spPr>
          <a:xfrm>
            <a:off x="677160" y="609480"/>
            <a:ext cx="8595360" cy="131940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18" name="PlaceHolder 2"/>
          <p:cNvSpPr>
            <a:spLocks noGrp="1"/>
          </p:cNvSpPr>
          <p:nvPr>
            <p:ph type="subTitle"/>
          </p:nvPr>
        </p:nvSpPr>
        <p:spPr>
          <a:xfrm>
            <a:off x="677160" y="2160720"/>
            <a:ext cx="8595360" cy="387936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53"/>
          </p:nvPr>
        </p:nvSpPr>
        <p:spPr/>
        <p:txBody>
          <a:bodyPr/>
          <a:p>
            <a:r>
              <a:t>Footer</a:t>
            </a:r>
          </a:p>
        </p:txBody>
      </p:sp>
      <p:sp>
        <p:nvSpPr>
          <p:cNvPr id="5" name="PlaceHolder 4"/>
          <p:cNvSpPr>
            <a:spLocks noGrp="1"/>
          </p:cNvSpPr>
          <p:nvPr>
            <p:ph type="sldNum" idx="54"/>
          </p:nvPr>
        </p:nvSpPr>
        <p:spPr/>
        <p:txBody>
          <a:bodyPr/>
          <a:p>
            <a:fld id="{BBBF1CA4-BBB1-4EAD-8FA6-654B2026D5D6}" type="slidenum">
              <a:t>&lt;#&gt;</a:t>
            </a:fld>
          </a:p>
        </p:txBody>
      </p:sp>
      <p:sp>
        <p:nvSpPr>
          <p:cNvPr id="6" name="PlaceHolder 5"/>
          <p:cNvSpPr>
            <a:spLocks noGrp="1"/>
          </p:cNvSpPr>
          <p:nvPr>
            <p:ph type="dt" idx="52"/>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
    <p:spTree>
      <p:nvGrpSpPr>
        <p:cNvPr id="1" name=""/>
        <p:cNvGrpSpPr/>
        <p:nvPr/>
      </p:nvGrpSpPr>
      <p:grpSpPr>
        <a:xfrm>
          <a:off x="0" y="0"/>
          <a:ext cx="0" cy="0"/>
          <a:chOff x="0" y="0"/>
          <a:chExt cx="0" cy="0"/>
        </a:xfrm>
      </p:grpSpPr>
      <p:sp>
        <p:nvSpPr>
          <p:cNvPr id="319" name="PlaceHolder 1"/>
          <p:cNvSpPr>
            <a:spLocks noGrp="1"/>
          </p:cNvSpPr>
          <p:nvPr>
            <p:ph type="title"/>
          </p:nvPr>
        </p:nvSpPr>
        <p:spPr>
          <a:xfrm>
            <a:off x="677160" y="609480"/>
            <a:ext cx="8595360" cy="131940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20" name="PlaceHolder 2"/>
          <p:cNvSpPr>
            <a:spLocks noGrp="1"/>
          </p:cNvSpPr>
          <p:nvPr>
            <p:ph/>
          </p:nvPr>
        </p:nvSpPr>
        <p:spPr>
          <a:xfrm>
            <a:off x="677160" y="2160720"/>
            <a:ext cx="8595360" cy="3879360"/>
          </a:xfrm>
          <a:prstGeom prst="rect">
            <a:avLst/>
          </a:prstGeom>
          <a:noFill/>
          <a:ln w="0">
            <a:noFill/>
          </a:ln>
        </p:spPr>
        <p:txBody>
          <a:bodyPr lIns="0" rIns="0" tIns="0" bIns="0" anchor="t">
            <a:normAutofit/>
          </a:bodyPr>
          <a:p>
            <a:pPr indent="0">
              <a:spcBef>
                <a:spcPts val="1417"/>
              </a:spcBef>
              <a:buNone/>
            </a:pPr>
            <a:endParaRPr lang="en-US" sz="3200" b="0" u="none" strike="noStrike">
              <a:solidFill>
                <a:srgbClr val="000000"/>
              </a:solidFill>
              <a:effectLst/>
              <a:uFillTx/>
              <a:latin typeface="Noto Serif"/>
            </a:endParaRPr>
          </a:p>
        </p:txBody>
      </p:sp>
      <p:sp>
        <p:nvSpPr>
          <p:cNvPr id="4" name="PlaceHolder 3"/>
          <p:cNvSpPr>
            <a:spLocks noGrp="1"/>
          </p:cNvSpPr>
          <p:nvPr>
            <p:ph type="ftr" idx="53"/>
          </p:nvPr>
        </p:nvSpPr>
        <p:spPr/>
        <p:txBody>
          <a:bodyPr/>
          <a:p>
            <a:r>
              <a:t>Footer</a:t>
            </a:r>
          </a:p>
        </p:txBody>
      </p:sp>
      <p:sp>
        <p:nvSpPr>
          <p:cNvPr id="5" name="PlaceHolder 4"/>
          <p:cNvSpPr>
            <a:spLocks noGrp="1"/>
          </p:cNvSpPr>
          <p:nvPr>
            <p:ph type="sldNum" idx="54"/>
          </p:nvPr>
        </p:nvSpPr>
        <p:spPr/>
        <p:txBody>
          <a:bodyPr/>
          <a:p>
            <a:fld id="{FD2B0F82-FCBE-4A9F-A5F1-E59EEC4AD88D}" type="slidenum">
              <a:t>&lt;#&gt;</a:t>
            </a:fld>
          </a:p>
        </p:txBody>
      </p:sp>
      <p:sp>
        <p:nvSpPr>
          <p:cNvPr id="6" name="PlaceHolder 5"/>
          <p:cNvSpPr>
            <a:spLocks noGrp="1"/>
          </p:cNvSpPr>
          <p:nvPr>
            <p:ph type="dt" idx="52"/>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17.xml"/><Relationship Id="rId3" Type="http://schemas.openxmlformats.org/officeDocument/2006/relationships/slideLayout" Target="../slideLayouts/slideLayout18.xml"/>
</Relationships>
</file>

<file path=ppt/slideMasters/_rels/slideMaster18.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slideLayout" Target="../slideLayouts/slideLayout19.xml"/><Relationship Id="rId4" Type="http://schemas.openxmlformats.org/officeDocument/2006/relationships/slideLayout" Target="../slideLayouts/slideLayout2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 name="Group 6"/>
          <p:cNvGrpSpPr/>
          <p:nvPr/>
        </p:nvGrpSpPr>
        <p:grpSpPr>
          <a:xfrm>
            <a:off x="0" y="-8640"/>
            <a:ext cx="12190680" cy="6867720"/>
            <a:chOff x="0" y="-8640"/>
            <a:chExt cx="12190680" cy="6867720"/>
          </a:xfrm>
        </p:grpSpPr>
        <p:cxnSp>
          <p:nvCxnSpPr>
            <p:cNvPr id="3" name="Straight Connector 19"/>
            <p:cNvCxnSpPr/>
            <p:nvPr/>
          </p:nvCxnSpPr>
          <p:spPr>
            <a:xfrm>
              <a:off x="9370800" y="0"/>
              <a:ext cx="1220760" cy="6859440"/>
            </a:xfrm>
            <a:prstGeom prst="straightConnector1">
              <a:avLst/>
            </a:prstGeom>
            <a:ln cap="rnd" w="9525">
              <a:solidFill>
                <a:srgbClr val="bfbfbf"/>
              </a:solidFill>
              <a:round/>
            </a:ln>
          </p:spPr>
        </p:cxnSp>
        <p:cxnSp>
          <p:nvCxnSpPr>
            <p:cNvPr id="4"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5"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6"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9"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1"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grpSp>
        <p:nvGrpSpPr>
          <p:cNvPr id="13" name="Group 6"/>
          <p:cNvGrpSpPr/>
          <p:nvPr/>
        </p:nvGrpSpPr>
        <p:grpSpPr>
          <a:xfrm>
            <a:off x="1440" y="-8640"/>
            <a:ext cx="12189240" cy="6867720"/>
            <a:chOff x="1440" y="-8640"/>
            <a:chExt cx="12189240" cy="6867720"/>
          </a:xfrm>
        </p:grpSpPr>
        <p:cxnSp>
          <p:nvCxnSpPr>
            <p:cNvPr id="14" name="Straight Connector 31"/>
            <p:cNvCxnSpPr/>
            <p:nvPr/>
          </p:nvCxnSpPr>
          <p:spPr>
            <a:xfrm>
              <a:off x="9370800" y="0"/>
              <a:ext cx="1220760" cy="6859440"/>
            </a:xfrm>
            <a:prstGeom prst="straightConnector1">
              <a:avLst/>
            </a:prstGeom>
            <a:ln cap="rnd" w="9525">
              <a:solidFill>
                <a:srgbClr val="bfbfbf"/>
              </a:solidFill>
              <a:round/>
            </a:ln>
          </p:spPr>
        </p:cxnSp>
        <p:cxnSp>
          <p:nvCxnSpPr>
            <p:cNvPr id="15"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6"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 name="Isosceles Triangle 26"/>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 name="Isosceles Triangle 30"/>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3" name="Isosceles Triangle 18"/>
            <p:cNvSpPr/>
            <p:nvPr/>
          </p:nvSpPr>
          <p:spPr>
            <a:xfrm rot="10800000">
              <a:off x="1440" y="1440"/>
              <a:ext cx="841320" cy="5664600"/>
            </a:xfrm>
            <a:prstGeom prst="triangle">
              <a:avLst>
                <a:gd name="adj" fmla="val 10000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 name="PlaceHolder 1"/>
          <p:cNvSpPr>
            <a:spLocks noGrp="1"/>
          </p:cNvSpPr>
          <p:nvPr>
            <p:ph type="title"/>
          </p:nvPr>
        </p:nvSpPr>
        <p:spPr>
          <a:xfrm>
            <a:off x="677160" y="1131840"/>
            <a:ext cx="859536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5" name="PlaceHolder 2"/>
          <p:cNvSpPr>
            <a:spLocks noGrp="1"/>
          </p:cNvSpPr>
          <p:nvPr>
            <p:ph type="ftr" idx="1"/>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6" name="PlaceHolder 3"/>
          <p:cNvSpPr>
            <a:spLocks noGrp="1"/>
          </p:cNvSpPr>
          <p:nvPr>
            <p:ph type="sldNum" idx="2"/>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8CE5C144-00A3-4ACC-A5DF-836FF43D855F}"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7" name="PlaceHolder 4"/>
          <p:cNvSpPr>
            <a:spLocks noGrp="1"/>
          </p:cNvSpPr>
          <p:nvPr>
            <p:ph type="dt" idx="3"/>
          </p:nvPr>
        </p:nvSpPr>
        <p:spPr>
          <a:xfrm>
            <a:off x="7205040" y="6041520"/>
            <a:ext cx="910440" cy="36360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2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Noto Serif"/>
              </a:rPr>
              <a:t>Click to edit the outline text format</a:t>
            </a:r>
            <a:endParaRPr lang="en-US" sz="32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Noto Serif"/>
              </a:rPr>
              <a:t>Second Outline Level</a:t>
            </a:r>
            <a:endParaRPr lang="en-US" sz="2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Noto Serif"/>
              </a:rPr>
              <a:t>Third Outline Level</a:t>
            </a:r>
            <a:endParaRPr lang="en-US" sz="24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Noto Serif"/>
              </a:rPr>
              <a:t>Fourth Outline Level</a:t>
            </a:r>
            <a:endParaRPr lang="en-US" sz="20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Fifth Outline Level</a:t>
            </a:r>
            <a:endParaRPr lang="en-US" sz="20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Sixth Outline Level</a:t>
            </a:r>
            <a:endParaRPr lang="en-US" sz="20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Seventh Outline Level</a:t>
            </a:r>
            <a:endParaRPr lang="en-US" sz="20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51" name="Group 6"/>
          <p:cNvGrpSpPr/>
          <p:nvPr/>
        </p:nvGrpSpPr>
        <p:grpSpPr>
          <a:xfrm>
            <a:off x="0" y="-8640"/>
            <a:ext cx="12190680" cy="6867720"/>
            <a:chOff x="0" y="-8640"/>
            <a:chExt cx="12190680" cy="6867720"/>
          </a:xfrm>
        </p:grpSpPr>
        <p:cxnSp>
          <p:nvCxnSpPr>
            <p:cNvPr id="252" name="Straight Connector 19"/>
            <p:cNvCxnSpPr/>
            <p:nvPr/>
          </p:nvCxnSpPr>
          <p:spPr>
            <a:xfrm>
              <a:off x="9370800" y="0"/>
              <a:ext cx="1220760" cy="6859440"/>
            </a:xfrm>
            <a:prstGeom prst="straightConnector1">
              <a:avLst/>
            </a:prstGeom>
            <a:ln cap="rnd" w="9525">
              <a:solidFill>
                <a:srgbClr val="bfbfbf"/>
              </a:solidFill>
              <a:round/>
            </a:ln>
          </p:spPr>
        </p:cxnSp>
        <p:cxnSp>
          <p:nvCxnSpPr>
            <p:cNvPr id="253"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54"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5"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6"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7"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8"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9"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0"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1"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62" name="PlaceHolder 1"/>
          <p:cNvSpPr>
            <a:spLocks noGrp="1"/>
          </p:cNvSpPr>
          <p:nvPr>
            <p:ph type="title"/>
          </p:nvPr>
        </p:nvSpPr>
        <p:spPr>
          <a:xfrm>
            <a:off x="677160" y="1131840"/>
            <a:ext cx="859536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63" name="PlaceHolder 2"/>
          <p:cNvSpPr>
            <a:spLocks noGrp="1"/>
          </p:cNvSpPr>
          <p:nvPr>
            <p:ph type="ftr" idx="43"/>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64" name="PlaceHolder 3"/>
          <p:cNvSpPr>
            <a:spLocks noGrp="1"/>
          </p:cNvSpPr>
          <p:nvPr>
            <p:ph type="sldNum" idx="44"/>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D38EF163-9F8D-4C6A-8955-F54E15911E2D}"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65" name="PlaceHolder 4"/>
          <p:cNvSpPr>
            <a:spLocks noGrp="1"/>
          </p:cNvSpPr>
          <p:nvPr>
            <p:ph type="dt" idx="45"/>
          </p:nvPr>
        </p:nvSpPr>
        <p:spPr>
          <a:xfrm>
            <a:off x="7205040" y="6041520"/>
            <a:ext cx="910440" cy="36360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5"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68" name="Group 6"/>
          <p:cNvGrpSpPr/>
          <p:nvPr/>
        </p:nvGrpSpPr>
        <p:grpSpPr>
          <a:xfrm>
            <a:off x="0" y="-8640"/>
            <a:ext cx="12190680" cy="6867720"/>
            <a:chOff x="0" y="-8640"/>
            <a:chExt cx="12190680" cy="6867720"/>
          </a:xfrm>
        </p:grpSpPr>
        <p:cxnSp>
          <p:nvCxnSpPr>
            <p:cNvPr id="269" name="Straight Connector 19"/>
            <p:cNvCxnSpPr/>
            <p:nvPr/>
          </p:nvCxnSpPr>
          <p:spPr>
            <a:xfrm>
              <a:off x="9370800" y="0"/>
              <a:ext cx="1220760" cy="6859440"/>
            </a:xfrm>
            <a:prstGeom prst="straightConnector1">
              <a:avLst/>
            </a:prstGeom>
            <a:ln cap="rnd" w="9525">
              <a:solidFill>
                <a:srgbClr val="bfbfbf"/>
              </a:solidFill>
              <a:round/>
            </a:ln>
          </p:spPr>
        </p:cxnSp>
        <p:cxnSp>
          <p:nvCxnSpPr>
            <p:cNvPr id="270"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71"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2"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3"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4"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5"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6"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7"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8"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79" name="PlaceHolder 1"/>
          <p:cNvSpPr>
            <a:spLocks noGrp="1"/>
          </p:cNvSpPr>
          <p:nvPr>
            <p:ph type="title"/>
          </p:nvPr>
        </p:nvSpPr>
        <p:spPr>
          <a:xfrm>
            <a:off x="677160" y="1131840"/>
            <a:ext cx="859536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80" name="PlaceHolder 2"/>
          <p:cNvSpPr>
            <a:spLocks noGrp="1"/>
          </p:cNvSpPr>
          <p:nvPr>
            <p:ph type="ftr" idx="46"/>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
        <p:nvSpPr>
          <p:cNvPr id="281" name="PlaceHolder 3"/>
          <p:cNvSpPr>
            <a:spLocks noGrp="1"/>
          </p:cNvSpPr>
          <p:nvPr>
            <p:ph type="sldNum" idx="47"/>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3F03C21A-4F8C-48F8-A5C3-D885BDE3DBEA}"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Noto Serif"/>
            </a:endParaRPr>
          </a:p>
        </p:txBody>
      </p:sp>
      <p:sp>
        <p:nvSpPr>
          <p:cNvPr id="282" name="PlaceHolder 4"/>
          <p:cNvSpPr>
            <a:spLocks noGrp="1"/>
          </p:cNvSpPr>
          <p:nvPr>
            <p:ph type="dt" idx="48"/>
          </p:nvPr>
        </p:nvSpPr>
        <p:spPr>
          <a:xfrm>
            <a:off x="7205040" y="6041520"/>
            <a:ext cx="910440" cy="36360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7"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9" r:id="rId2"/>
    <p:sldLayoutId id="2147483670" r:id="rId3"/>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01" name="Group 6"/>
          <p:cNvGrpSpPr/>
          <p:nvPr/>
        </p:nvGrpSpPr>
        <p:grpSpPr>
          <a:xfrm>
            <a:off x="0" y="-8640"/>
            <a:ext cx="12190680" cy="6867720"/>
            <a:chOff x="0" y="-8640"/>
            <a:chExt cx="12190680" cy="6867720"/>
          </a:xfrm>
        </p:grpSpPr>
        <p:cxnSp>
          <p:nvCxnSpPr>
            <p:cNvPr id="302" name="Straight Connector 19"/>
            <p:cNvCxnSpPr/>
            <p:nvPr/>
          </p:nvCxnSpPr>
          <p:spPr>
            <a:xfrm>
              <a:off x="9370800" y="0"/>
              <a:ext cx="1220760" cy="6859440"/>
            </a:xfrm>
            <a:prstGeom prst="straightConnector1">
              <a:avLst/>
            </a:prstGeom>
            <a:ln cap="rnd" w="9525">
              <a:solidFill>
                <a:srgbClr val="bfbfbf"/>
              </a:solidFill>
              <a:round/>
            </a:ln>
          </p:spPr>
        </p:cxnSp>
        <p:cxnSp>
          <p:nvCxnSpPr>
            <p:cNvPr id="303"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304"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5"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6"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07"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08"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9"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0"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1"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12"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313" name="PlaceHolder 2"/>
          <p:cNvSpPr>
            <a:spLocks noGrp="1"/>
          </p:cNvSpPr>
          <p:nvPr>
            <p:ph type="body"/>
          </p:nvPr>
        </p:nvSpPr>
        <p:spPr>
          <a:xfrm>
            <a:off x="677160" y="2160720"/>
            <a:ext cx="859536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314" name="PlaceHolder 3"/>
          <p:cNvSpPr>
            <a:spLocks noGrp="1"/>
          </p:cNvSpPr>
          <p:nvPr>
            <p:ph type="dt" idx="52"/>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15" name="PlaceHolder 4"/>
          <p:cNvSpPr>
            <a:spLocks noGrp="1"/>
          </p:cNvSpPr>
          <p:nvPr>
            <p:ph type="ftr" idx="53"/>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16" name="PlaceHolder 5"/>
          <p:cNvSpPr>
            <a:spLocks noGrp="1"/>
          </p:cNvSpPr>
          <p:nvPr>
            <p:ph type="sldNum" idx="54"/>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955D13EB-CFC3-4A59-BEF7-5003B29A774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72" r:id="rId3"/>
    <p:sldLayoutId id="2147483673"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title"/>
          </p:nvPr>
        </p:nvSpPr>
        <p:spPr>
          <a:xfrm>
            <a:off x="1371600" y="301680"/>
            <a:ext cx="7693200" cy="1068840"/>
          </a:xfrm>
          <a:prstGeom prst="rect">
            <a:avLst/>
          </a:prstGeom>
          <a:noFill/>
          <a:ln w="0">
            <a:noFill/>
          </a:ln>
        </p:spPr>
        <p:txBody>
          <a:bodyPr lIns="91440" rIns="91440" tIns="45720" bIns="45720" anchor="b">
            <a:normAutofit fontScale="92500" lnSpcReduction="9999"/>
          </a:bodyPr>
          <a:p>
            <a:pPr indent="0" algn="ctr" defTabSz="457200">
              <a:lnSpc>
                <a:spcPct val="100000"/>
              </a:lnSpc>
              <a:spcBef>
                <a:spcPts val="1191"/>
              </a:spcBef>
              <a:spcAft>
                <a:spcPts val="992"/>
              </a:spcAft>
              <a:buNone/>
              <a:tabLst>
                <a:tab algn="l" pos="0"/>
              </a:tabLst>
            </a:pPr>
            <a:r>
              <a:rPr lang="en-IN" sz="3200" b="1" u="none" strike="noStrike">
                <a:solidFill>
                  <a:schemeClr val="dk1">
                    <a:lumMod val="85000"/>
                    <a:lumOff val="15000"/>
                  </a:schemeClr>
                </a:solidFill>
                <a:effectLst/>
                <a:uFillTx/>
                <a:latin typeface="Trebuchet MS"/>
              </a:rPr>
              <a:t>Penguide A Lightweight Local AI Agent for Secure Linux Command Assistance</a:t>
            </a:r>
            <a:endParaRPr lang="en-US" sz="3200" b="0" u="none" strike="noStrike">
              <a:solidFill>
                <a:srgbClr val="000000"/>
              </a:solidFill>
              <a:effectLst/>
              <a:uFillTx/>
              <a:latin typeface="Noto Serif"/>
            </a:endParaRPr>
          </a:p>
        </p:txBody>
      </p:sp>
      <p:sp>
        <p:nvSpPr>
          <p:cNvPr id="344" name="PlaceHolder 2"/>
          <p:cNvSpPr>
            <a:spLocks noGrp="1"/>
          </p:cNvSpPr>
          <p:nvPr>
            <p:ph type="subTitle"/>
          </p:nvPr>
        </p:nvSpPr>
        <p:spPr>
          <a:xfrm>
            <a:off x="2081880" y="2558520"/>
            <a:ext cx="8500680" cy="282924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TEAM MEMBERS :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Vinisha. K   ( 620822205119 )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Thirisha. S ( 620822205115 )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Rethika. T  ( 620822205086 )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Yuvasri. S   ( 620822205124 )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2000" b="0" u="none" strike="noStrike">
                <a:solidFill>
                  <a:schemeClr val="dk1"/>
                </a:solidFill>
                <a:effectLst/>
                <a:uFillTx/>
                <a:latin typeface="Trebuchet MS"/>
              </a:rPr>
              <a:t> GUIDE : MRS, Gayathri. M, AP/IT </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title"/>
          </p:nvPr>
        </p:nvSpPr>
        <p:spPr>
          <a:xfrm>
            <a:off x="0" y="228600"/>
            <a:ext cx="8595360" cy="4568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2800" b="1" u="none" strike="noStrike">
                <a:solidFill>
                  <a:schemeClr val="dk1"/>
                </a:solidFill>
                <a:effectLst/>
                <a:uFillTx/>
                <a:latin typeface="Trebuchet MS"/>
              </a:rPr>
              <a:t>Abstract</a:t>
            </a:r>
            <a:endParaRPr lang="en-US" sz="2800" b="0" u="none" strike="noStrike">
              <a:solidFill>
                <a:srgbClr val="000000"/>
              </a:solidFill>
              <a:effectLst/>
              <a:uFillTx/>
              <a:latin typeface="Noto Serif"/>
            </a:endParaRPr>
          </a:p>
        </p:txBody>
      </p:sp>
      <p:sp>
        <p:nvSpPr>
          <p:cNvPr id="346" name="PlaceHolder 2"/>
          <p:cNvSpPr>
            <a:spLocks noGrp="1"/>
          </p:cNvSpPr>
          <p:nvPr>
            <p:ph/>
          </p:nvPr>
        </p:nvSpPr>
        <p:spPr>
          <a:xfrm>
            <a:off x="328320" y="685800"/>
            <a:ext cx="9272520" cy="4793040"/>
          </a:xfrm>
          <a:prstGeom prst="rect">
            <a:avLst/>
          </a:prstGeom>
          <a:noFill/>
          <a:ln w="0">
            <a:noFill/>
          </a:ln>
        </p:spPr>
        <p:txBody>
          <a:bodyPr lIns="91440" rIns="91440" tIns="45720" bIns="45720" anchor="t">
            <a:noAutofit/>
          </a:bodyPr>
          <a:p>
            <a:pPr marL="343080" indent="0" defTabSz="457200">
              <a:lnSpc>
                <a:spcPct val="100000"/>
              </a:lnSpc>
              <a:spcBef>
                <a:spcPts val="1191"/>
              </a:spcBef>
              <a:spcAft>
                <a:spcPts val="992"/>
              </a:spcAft>
              <a:buNone/>
              <a:tabLst>
                <a:tab algn="l" pos="0"/>
              </a:tabLst>
            </a:pP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tabLst>
                <a:tab algn="l" pos="0"/>
              </a:tabLst>
            </a:pPr>
            <a:r>
              <a:rPr lang="en-US" sz="1800" b="0" u="none" strike="noStrike">
                <a:solidFill>
                  <a:schemeClr val="dk1">
                    <a:lumMod val="75000"/>
                    <a:lumOff val="25000"/>
                  </a:schemeClr>
                </a:solidFill>
                <a:effectLst/>
                <a:uFillTx/>
                <a:latin typeface="Trebuchet MS"/>
              </a:rPr>
              <a:t>The rapid adoption of AI-assisted development tools has significantly improved productivity, but most existing solutions depend on cloud-based large language models, raising concerns related to privacy, security, latency, and system control. This project presents penguide, a lightweight local AI command agent designed specifically for Linux environments.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tabLst>
                <a:tab algn="l" pos="0"/>
              </a:tabLst>
            </a:pPr>
            <a:r>
              <a:rPr lang="en-US" sz="1800" b="0" u="none" strike="noStrike">
                <a:solidFill>
                  <a:schemeClr val="dk1">
                    <a:lumMod val="75000"/>
                    <a:lumOff val="25000"/>
                  </a:schemeClr>
                </a:solidFill>
                <a:effectLst/>
                <a:uFillTx/>
                <a:latin typeface="Trebuchet MS"/>
              </a:rPr>
              <a:t>penguide interprets natural language user input and executes safe, unprivileged system commands locally without requiring internet-based inference or elevated permissions.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tabLst>
                <a:tab algn="l" pos="0"/>
              </a:tabLst>
            </a:pPr>
            <a:r>
              <a:rPr lang="en-US" sz="1800" b="0" u="none" strike="noStrike">
                <a:solidFill>
                  <a:schemeClr val="dk1">
                    <a:lumMod val="75000"/>
                    <a:lumOff val="25000"/>
                  </a:schemeClr>
                </a:solidFill>
                <a:effectLst/>
                <a:uFillTx/>
                <a:latin typeface="Trebuchet MS"/>
              </a:rPr>
              <a:t> The system follows a strict modular architecture separating reasoning, policy enforcement, and execution, ensuring deterministic behavior and enhanced security.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tabLst>
                <a:tab algn="l" pos="0"/>
              </a:tabLst>
            </a:pPr>
            <a:r>
              <a:rPr lang="en-US" sz="1800" b="0" u="none" strike="noStrike">
                <a:solidFill>
                  <a:schemeClr val="dk1">
                    <a:lumMod val="75000"/>
                    <a:lumOff val="25000"/>
                  </a:schemeClr>
                </a:solidFill>
                <a:effectLst/>
                <a:uFillTx/>
                <a:latin typeface="Trebuchet MS"/>
              </a:rPr>
              <a:t>By combining a local large language model with a constrained command execution framework, penguide demonstrates how AI can be integrated into operating systems as a reliable, privacy-preserving assistant rather than an opaque black-box service.</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title"/>
          </p:nvPr>
        </p:nvSpPr>
        <p:spPr>
          <a:xfrm>
            <a:off x="1800" y="228600"/>
            <a:ext cx="8595360" cy="6854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2800" b="1" u="none" strike="noStrike">
                <a:solidFill>
                  <a:schemeClr val="dk1"/>
                </a:solidFill>
                <a:effectLst/>
                <a:uFillTx/>
                <a:latin typeface="Trebuchet MS"/>
              </a:rPr>
              <a:t> Introduction</a:t>
            </a:r>
            <a:endParaRPr lang="en-US" sz="2800" b="0" u="none" strike="noStrike">
              <a:solidFill>
                <a:srgbClr val="000000"/>
              </a:solidFill>
              <a:effectLst/>
              <a:uFillTx/>
              <a:latin typeface="Noto Serif"/>
            </a:endParaRPr>
          </a:p>
        </p:txBody>
      </p:sp>
      <p:sp>
        <p:nvSpPr>
          <p:cNvPr id="348" name="PlaceHolder 2"/>
          <p:cNvSpPr>
            <a:spLocks noGrp="1"/>
          </p:cNvSpPr>
          <p:nvPr>
            <p:ph/>
          </p:nvPr>
        </p:nvSpPr>
        <p:spPr>
          <a:xfrm>
            <a:off x="228600" y="1143720"/>
            <a:ext cx="9038520" cy="365652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Linux systems are widely used in development, cybersecurity, cloud infrastructure, and research environments due to their flexibility and control.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Interacting with Linux systems effectively requires strong command-line knowledge, which can be challenging for beginners and time-consuming even for experienced users.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In recent AI assistants aim to bridge this gap, but most rely on cloud platforms, continuous connectivity, and unrestricted execution models. These approaches introduce risks such as data leakage, unpredictable behavior, and lack of system accountability.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This project explores an alternative approach: a local, rule-driven AI agent that operates entirely within the user’s system and respects traditional Unix design principles.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1800" y="228600"/>
            <a:ext cx="8595360" cy="6854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2800" b="1" u="none" strike="noStrike">
                <a:solidFill>
                  <a:schemeClr val="dk1"/>
                </a:solidFill>
                <a:effectLst/>
                <a:uFillTx/>
                <a:latin typeface="Trebuchet MS"/>
              </a:rPr>
              <a:t> Problem Statement :</a:t>
            </a:r>
            <a:endParaRPr lang="en-US" sz="2800" b="0" u="none" strike="noStrike">
              <a:solidFill>
                <a:srgbClr val="000000"/>
              </a:solidFill>
              <a:effectLst/>
              <a:uFillTx/>
              <a:latin typeface="Noto Serif"/>
            </a:endParaRPr>
          </a:p>
        </p:txBody>
      </p:sp>
      <p:sp>
        <p:nvSpPr>
          <p:cNvPr id="350" name="PlaceHolder 2"/>
          <p:cNvSpPr>
            <a:spLocks noGrp="1"/>
          </p:cNvSpPr>
          <p:nvPr>
            <p:ph/>
          </p:nvPr>
        </p:nvSpPr>
        <p:spPr>
          <a:xfrm>
            <a:off x="228600" y="1143720"/>
            <a:ext cx="9038520" cy="365652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Existing AI-powered assistants for system interaction suffer from several critical limitations. Most tools are cloud-dependent, creating privacy and reliability concerns.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In Many systems execute commands without sufficient restrictions, leading to potential security risks such as privilege escalation or destructive operations.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Additionally, AI assistants often behave like conversational chatbots, producing verbose explanations instead of actionable outputs, which reduces efficiency in real system workflows.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There is a lack of lightweight, locally deployable AI agents that can safely assist with Linux command execution while maintaining strict control over system behavior.</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title"/>
          </p:nvPr>
        </p:nvSpPr>
        <p:spPr>
          <a:xfrm>
            <a:off x="0" y="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1" u="none" strike="noStrike">
                <a:solidFill>
                  <a:schemeClr val="dk1"/>
                </a:solidFill>
                <a:effectLst/>
                <a:uFillTx/>
                <a:latin typeface="Trebuchet MS"/>
              </a:rPr>
              <a:t>OBJECTIVE</a:t>
            </a:r>
            <a:r>
              <a:rPr lang="en-IN" sz="3600" b="0"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52" name="PlaceHolder 2"/>
          <p:cNvSpPr>
            <a:spLocks noGrp="1"/>
          </p:cNvSpPr>
          <p:nvPr>
            <p:ph/>
          </p:nvPr>
        </p:nvSpPr>
        <p:spPr>
          <a:xfrm>
            <a:off x="677160" y="1045440"/>
            <a:ext cx="8595360" cy="443988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primary objective of this project is to design and implement a secure, efficient, and local AI-based Linux command assistant. The system aims to:</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Enable natural language interaction with Linux commands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Execute only safe, unprivileged system operations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Eliminate cloud dependency and preserve user privacy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Follow a deterministic, single-action execution model</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Maintain modularity for extensibility and auditability</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title"/>
          </p:nvPr>
        </p:nvSpPr>
        <p:spPr>
          <a:xfrm>
            <a:off x="-25560" y="0"/>
            <a:ext cx="8254800" cy="68544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Existing System</a:t>
            </a:r>
            <a:endParaRPr lang="en-US" sz="3600" b="0" u="none" strike="noStrike">
              <a:solidFill>
                <a:srgbClr val="000000"/>
              </a:solidFill>
              <a:effectLst/>
              <a:uFillTx/>
              <a:latin typeface="Noto Serif"/>
            </a:endParaRPr>
          </a:p>
        </p:txBody>
      </p:sp>
      <p:sp>
        <p:nvSpPr>
          <p:cNvPr id="354" name="PlaceHolder 2"/>
          <p:cNvSpPr>
            <a:spLocks noGrp="1"/>
          </p:cNvSpPr>
          <p:nvPr>
            <p:ph/>
          </p:nvPr>
        </p:nvSpPr>
        <p:spPr>
          <a:xfrm>
            <a:off x="376920" y="727200"/>
            <a:ext cx="8080920" cy="270144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Most existing AI assistants for system interaction operate as: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Cloud-hosted AI services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General-purpose conversational chatbots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Tools with unrestricted command execution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Examples include cloud IDE assistants, web-based AI shells, and remote AI agents.</a:t>
            </a:r>
            <a:endParaRPr lang="en-US" sz="1800" b="0" u="none" strike="noStrike">
              <a:solidFill>
                <a:srgbClr val="000000"/>
              </a:solidFill>
              <a:effectLst/>
              <a:uFillTx/>
              <a:latin typeface="Noto Serif"/>
            </a:endParaRPr>
          </a:p>
        </p:txBody>
      </p:sp>
      <p:sp>
        <p:nvSpPr>
          <p:cNvPr id="355" name="Rectangle 3"/>
          <p:cNvSpPr/>
          <p:nvPr/>
        </p:nvSpPr>
        <p:spPr>
          <a:xfrm>
            <a:off x="-72000" y="3570120"/>
            <a:ext cx="3500640" cy="644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Disadvantage</a:t>
            </a:r>
            <a:endParaRPr lang="en-US" sz="3600" b="0" u="none" strike="noStrike">
              <a:solidFill>
                <a:srgbClr val="000000"/>
              </a:solidFill>
              <a:effectLst/>
              <a:uFillTx/>
              <a:latin typeface="Noto Serif"/>
            </a:endParaRPr>
          </a:p>
        </p:txBody>
      </p:sp>
      <p:sp>
        <p:nvSpPr>
          <p:cNvPr id="356" name="Content Placeholder 1"/>
          <p:cNvSpPr/>
          <p:nvPr/>
        </p:nvSpPr>
        <p:spPr>
          <a:xfrm>
            <a:off x="376920" y="4215240"/>
            <a:ext cx="8080920" cy="270144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Dependence on internet connectivity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Exposure of system data to third-party servers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High latency and inconsistent response times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Risk of executing unsafe or privileged commands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Excessive explanations instead of direct results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title"/>
          </p:nvPr>
        </p:nvSpPr>
        <p:spPr>
          <a:xfrm>
            <a:off x="-137520" y="51840"/>
            <a:ext cx="8595360" cy="6336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PROPOSED SYSTEM :</a:t>
            </a:r>
            <a:endParaRPr lang="en-US" sz="3600" b="0" u="none" strike="noStrike">
              <a:solidFill>
                <a:srgbClr val="000000"/>
              </a:solidFill>
              <a:effectLst/>
              <a:uFillTx/>
              <a:latin typeface="Noto Serif"/>
            </a:endParaRPr>
          </a:p>
        </p:txBody>
      </p:sp>
      <p:sp>
        <p:nvSpPr>
          <p:cNvPr id="358" name="PlaceHolder 2"/>
          <p:cNvSpPr>
            <a:spLocks noGrp="1"/>
          </p:cNvSpPr>
          <p:nvPr>
            <p:ph/>
          </p:nvPr>
        </p:nvSpPr>
        <p:spPr>
          <a:xfrm>
            <a:off x="228600" y="945720"/>
            <a:ext cx="8595360" cy="271152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penguide is a local AI command agent that: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Runs entirely on the user’s machine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Uses a local large language model for reasoning</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Enforces strict command allowlists and policies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Executes at most one command per request</a:t>
            </a:r>
            <a:endParaRPr lang="en-US" sz="1800" b="0" u="none" strike="noStrike">
              <a:solidFill>
                <a:srgbClr val="000000"/>
              </a:solidFill>
              <a:effectLst/>
              <a:uFillTx/>
              <a:latin typeface="Noto Serif"/>
            </a:endParaRPr>
          </a:p>
        </p:txBody>
      </p:sp>
      <p:sp>
        <p:nvSpPr>
          <p:cNvPr id="359" name="Rectangle 4"/>
          <p:cNvSpPr/>
          <p:nvPr/>
        </p:nvSpPr>
        <p:spPr>
          <a:xfrm>
            <a:off x="78840" y="3560400"/>
            <a:ext cx="3121200" cy="644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Advantage </a:t>
            </a:r>
            <a:endParaRPr lang="en-US" sz="3600" b="0" u="none" strike="noStrike">
              <a:solidFill>
                <a:srgbClr val="000000"/>
              </a:solidFill>
              <a:effectLst/>
              <a:uFillTx/>
              <a:latin typeface="Noto Serif"/>
            </a:endParaRPr>
          </a:p>
        </p:txBody>
      </p:sp>
      <p:sp>
        <p:nvSpPr>
          <p:cNvPr id="360" name="Content Placeholder 4"/>
          <p:cNvSpPr/>
          <p:nvPr/>
        </p:nvSpPr>
        <p:spPr>
          <a:xfrm>
            <a:off x="319680" y="4206960"/>
            <a:ext cx="8595360" cy="265068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Complete data privacy and offline capability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Deterministic and predictable behavior</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Strong security through command restrictions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Fast execution with minimal overhead</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Scriptable and automation-friendly design</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title"/>
          </p:nvPr>
        </p:nvSpPr>
        <p:spPr>
          <a:xfrm>
            <a:off x="0" y="20520"/>
            <a:ext cx="9600120" cy="6642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solidFill>
                <a:effectLst/>
                <a:uFillTx/>
                <a:latin typeface="Trebuchet MS"/>
              </a:rPr>
              <a:t>SYSTEM ARCHITECTURE /FLOW DIAGRAM : </a:t>
            </a:r>
            <a:endParaRPr lang="en-US" sz="3600" b="0" u="none" strike="noStrike">
              <a:solidFill>
                <a:srgbClr val="000000"/>
              </a:solidFill>
              <a:effectLst/>
              <a:uFillTx/>
              <a:latin typeface="Noto Serif"/>
            </a:endParaRPr>
          </a:p>
        </p:txBody>
      </p:sp>
      <p:sp>
        <p:nvSpPr>
          <p:cNvPr id="362" name=""/>
          <p:cNvSpPr/>
          <p:nvPr/>
        </p:nvSpPr>
        <p:spPr>
          <a:xfrm>
            <a:off x="3200400" y="4800600"/>
            <a:ext cx="3427920" cy="684720"/>
          </a:xfrm>
          <a:prstGeom prst="roundRect">
            <a:avLst>
              <a:gd name="adj" fmla="val 16667"/>
            </a:avLst>
          </a:prstGeom>
          <a:solidFill>
            <a:srgbClr val="f10d0c"/>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Shell Execution</a:t>
            </a:r>
            <a:endParaRPr lang="en-US" sz="1800" b="0" u="none" strike="noStrike">
              <a:solidFill>
                <a:srgbClr val="ffffff"/>
              </a:solidFill>
              <a:effectLst/>
              <a:uFillTx/>
              <a:latin typeface="Noto Serif"/>
            </a:endParaRPr>
          </a:p>
        </p:txBody>
      </p:sp>
      <p:sp>
        <p:nvSpPr>
          <p:cNvPr id="363" name=""/>
          <p:cNvSpPr/>
          <p:nvPr/>
        </p:nvSpPr>
        <p:spPr>
          <a:xfrm>
            <a:off x="3200400" y="3886200"/>
            <a:ext cx="3427920" cy="684720"/>
          </a:xfrm>
          <a:prstGeom prst="roundRect">
            <a:avLst>
              <a:gd name="adj" fmla="val 16667"/>
            </a:avLst>
          </a:prstGeom>
          <a:solidFill>
            <a:srgbClr val="ff800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Policy Engine</a:t>
            </a:r>
            <a:endParaRPr lang="en-US" sz="1800" b="0" u="none" strike="noStrike">
              <a:solidFill>
                <a:srgbClr val="000000"/>
              </a:solidFill>
              <a:effectLst/>
              <a:uFillTx/>
              <a:latin typeface="Noto Serif"/>
            </a:endParaRPr>
          </a:p>
        </p:txBody>
      </p:sp>
      <p:sp>
        <p:nvSpPr>
          <p:cNvPr id="364" name=""/>
          <p:cNvSpPr/>
          <p:nvPr/>
        </p:nvSpPr>
        <p:spPr>
          <a:xfrm>
            <a:off x="3200400" y="2971800"/>
            <a:ext cx="3427920" cy="68472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AI Agent (LLM)</a:t>
            </a:r>
            <a:endParaRPr lang="en-US" sz="1800" b="0" u="none" strike="noStrike">
              <a:solidFill>
                <a:srgbClr val="000000"/>
              </a:solidFill>
              <a:effectLst/>
              <a:uFillTx/>
              <a:latin typeface="Noto Serif"/>
            </a:endParaRPr>
          </a:p>
        </p:txBody>
      </p:sp>
      <p:sp>
        <p:nvSpPr>
          <p:cNvPr id="365" name=""/>
          <p:cNvSpPr/>
          <p:nvPr/>
        </p:nvSpPr>
        <p:spPr>
          <a:xfrm>
            <a:off x="3200400" y="2057400"/>
            <a:ext cx="3427920" cy="684720"/>
          </a:xfrm>
          <a:prstGeom prst="roundRect">
            <a:avLst>
              <a:gd name="adj" fmla="val 16667"/>
            </a:avLst>
          </a:prstGeom>
          <a:solidFill>
            <a:srgbClr val="ffff0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Orchestrator</a:t>
            </a:r>
            <a:endParaRPr lang="en-US" sz="1800" b="0" u="none" strike="noStrike">
              <a:solidFill>
                <a:srgbClr val="000000"/>
              </a:solidFill>
              <a:effectLst/>
              <a:uFillTx/>
              <a:latin typeface="Noto Serif"/>
            </a:endParaRPr>
          </a:p>
        </p:txBody>
      </p:sp>
      <p:sp>
        <p:nvSpPr>
          <p:cNvPr id="366" name=""/>
          <p:cNvSpPr/>
          <p:nvPr/>
        </p:nvSpPr>
        <p:spPr>
          <a:xfrm>
            <a:off x="3200400" y="1143000"/>
            <a:ext cx="3427920" cy="684720"/>
          </a:xfrm>
          <a:prstGeom prst="roundRect">
            <a:avLst>
              <a:gd name="adj" fmla="val 16667"/>
            </a:avLst>
          </a:prstGeom>
          <a:solidFill>
            <a:srgbClr val="80808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User Input</a:t>
            </a:r>
            <a:endParaRPr lang="en-US" sz="1800" b="0" u="none" strike="noStrike">
              <a:solidFill>
                <a:srgbClr val="ffffff"/>
              </a:solidFill>
              <a:effectLst/>
              <a:uFillTx/>
              <a:latin typeface="Noto Serif"/>
            </a:endParaRPr>
          </a:p>
        </p:txBody>
      </p:sp>
      <p:sp>
        <p:nvSpPr>
          <p:cNvPr id="367" name=""/>
          <p:cNvSpPr/>
          <p:nvPr/>
        </p:nvSpPr>
        <p:spPr>
          <a:xfrm>
            <a:off x="3200400" y="5715000"/>
            <a:ext cx="3427920" cy="684720"/>
          </a:xfrm>
          <a:prstGeom prst="roundRect">
            <a:avLst>
              <a:gd name="adj" fmla="val 16667"/>
            </a:avLst>
          </a:prstGeom>
          <a:solidFill>
            <a:srgbClr val="5eb91e"/>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Output</a:t>
            </a:r>
            <a:endParaRPr lang="en-US" sz="1800" b="0" u="none" strike="noStrike">
              <a:solidFill>
                <a:srgbClr val="000000"/>
              </a:solidFill>
              <a:effectLst/>
              <a:uFillTx/>
              <a:latin typeface="Noto Serif"/>
            </a:endParaRPr>
          </a:p>
        </p:txBody>
      </p:sp>
      <p:sp>
        <p:nvSpPr>
          <p:cNvPr id="368" name=""/>
          <p:cNvSpPr/>
          <p:nvPr/>
        </p:nvSpPr>
        <p:spPr>
          <a:xfrm>
            <a:off x="4800600" y="54864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69" name=""/>
          <p:cNvSpPr/>
          <p:nvPr/>
        </p:nvSpPr>
        <p:spPr>
          <a:xfrm>
            <a:off x="4800600" y="45720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70" name=""/>
          <p:cNvSpPr/>
          <p:nvPr/>
        </p:nvSpPr>
        <p:spPr>
          <a:xfrm>
            <a:off x="4800600" y="365724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71" name=""/>
          <p:cNvSpPr/>
          <p:nvPr/>
        </p:nvSpPr>
        <p:spPr>
          <a:xfrm>
            <a:off x="4800600" y="27432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72" name=""/>
          <p:cNvSpPr/>
          <p:nvPr/>
        </p:nvSpPr>
        <p:spPr>
          <a:xfrm>
            <a:off x="4800600" y="18288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title"/>
          </p:nvPr>
        </p:nvSpPr>
        <p:spPr>
          <a:xfrm>
            <a:off x="43560" y="15624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74" name="PlaceHolder 2"/>
          <p:cNvSpPr>
            <a:spLocks noGrp="1"/>
          </p:cNvSpPr>
          <p:nvPr>
            <p:ph/>
          </p:nvPr>
        </p:nvSpPr>
        <p:spPr>
          <a:xfrm>
            <a:off x="266400" y="205560"/>
            <a:ext cx="8595360" cy="619920"/>
          </a:xfrm>
          <a:prstGeom prst="rect">
            <a:avLst/>
          </a:prstGeom>
          <a:noFill/>
          <a:ln w="0">
            <a:noFill/>
          </a:ln>
        </p:spPr>
        <p:txBody>
          <a:bodyPr lIns="91440" rIns="91440" tIns="45720" bIns="45720" anchor="t">
            <a:normAutofit fontScale="25000" lnSpcReduction="19999"/>
          </a:bodyPr>
          <a:p>
            <a:pPr marL="343080" indent="-343080" algn="just" defTabSz="457200">
              <a:lnSpc>
                <a:spcPct val="150000"/>
              </a:lnSpc>
              <a:spcBef>
                <a:spcPts val="1001"/>
              </a:spcBef>
              <a:buNone/>
              <a:tabLst>
                <a:tab algn="l" pos="0"/>
              </a:tabLst>
            </a:pPr>
            <a:r>
              <a:rPr lang="en-IN" sz="14400" b="1" u="none" strike="noStrike">
                <a:solidFill>
                  <a:schemeClr val="dk1"/>
                </a:solidFill>
                <a:effectLst/>
                <a:uFillTx/>
                <a:latin typeface="Trebuchet MS"/>
              </a:rPr>
              <a:t>MODULES :</a:t>
            </a:r>
            <a:endParaRPr lang="en-US" sz="14400" b="0" u="none" strike="noStrike">
              <a:solidFill>
                <a:srgbClr val="000000"/>
              </a:solidFill>
              <a:effectLst/>
              <a:uFillTx/>
              <a:latin typeface="Noto Serif"/>
            </a:endParaRPr>
          </a:p>
          <a:p>
            <a:pPr marL="343080" indent="0" algn="just" defTabSz="457200">
              <a:lnSpc>
                <a:spcPct val="150000"/>
              </a:lnSpc>
              <a:spcBef>
                <a:spcPts val="1001"/>
              </a:spcBef>
              <a:buNone/>
              <a:tabLst>
                <a:tab algn="l" pos="0"/>
              </a:tabLst>
            </a:pPr>
            <a:endParaRPr lang="en-US" sz="1800" b="0" u="none" strike="noStrike">
              <a:solidFill>
                <a:srgbClr val="000000"/>
              </a:solidFill>
              <a:effectLst/>
              <a:uFillTx/>
              <a:latin typeface="Noto Serif"/>
            </a:endParaRPr>
          </a:p>
        </p:txBody>
      </p:sp>
      <p:sp>
        <p:nvSpPr>
          <p:cNvPr id="375" name="Rectangle 4"/>
          <p:cNvSpPr/>
          <p:nvPr/>
        </p:nvSpPr>
        <p:spPr>
          <a:xfrm>
            <a:off x="275760" y="3599280"/>
            <a:ext cx="3030480" cy="644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76" name="Content Placeholder 5"/>
          <p:cNvSpPr/>
          <p:nvPr/>
        </p:nvSpPr>
        <p:spPr>
          <a:xfrm>
            <a:off x="677520" y="1371600"/>
            <a:ext cx="8595360" cy="342792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Command-Line Interface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Agent Reasoning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Policy and Security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Shell Execution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Output Management Module</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title"/>
          </p:nvPr>
        </p:nvSpPr>
        <p:spPr>
          <a:xfrm>
            <a:off x="282600" y="15624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0" u="none" strike="noStrike">
                <a:solidFill>
                  <a:schemeClr val="dk1"/>
                </a:solidFill>
                <a:effectLst/>
                <a:uFillTx/>
                <a:latin typeface="Trebuchet MS"/>
              </a:rPr>
              <a:t>MODULE 1:</a:t>
            </a:r>
            <a:br>
              <a:rPr sz="3600"/>
            </a:br>
            <a:r>
              <a:rPr lang="en-IN" sz="3600" b="0" u="none" strike="noStrike">
                <a:solidFill>
                  <a:schemeClr val="dk1"/>
                </a:solidFill>
                <a:effectLst/>
                <a:uFillTx/>
                <a:latin typeface="Trebuchet MS"/>
              </a:rPr>
              <a:t>EXPLANATION :</a:t>
            </a:r>
            <a:endParaRPr lang="en-US" sz="3600" b="0" u="none" strike="noStrike">
              <a:solidFill>
                <a:srgbClr val="000000"/>
              </a:solidFill>
              <a:effectLst/>
              <a:uFillTx/>
              <a:latin typeface="Noto Serif"/>
            </a:endParaRPr>
          </a:p>
        </p:txBody>
      </p:sp>
      <p:sp>
        <p:nvSpPr>
          <p:cNvPr id="378" name="PlaceHolder 2"/>
          <p:cNvSpPr>
            <a:spLocks noGrp="1"/>
          </p:cNvSpPr>
          <p:nvPr>
            <p:ph/>
          </p:nvPr>
        </p:nvSpPr>
        <p:spPr>
          <a:xfrm>
            <a:off x="776160" y="1600200"/>
            <a:ext cx="8595360" cy="2970720"/>
          </a:xfrm>
          <a:prstGeom prst="rect">
            <a:avLst/>
          </a:prstGeom>
          <a:noFill/>
          <a:ln w="0">
            <a:noFill/>
          </a:ln>
        </p:spPr>
        <p:txBody>
          <a:bodyPr lIns="91440" rIns="91440" tIns="45720" bIns="45720" anchor="t">
            <a:normAutofit lnSpcReduction="9999"/>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Command-Line Interface (CLI) module serves as the primary interaction layer between the user and the system. Unlike interactive chatbot interfaces, this module accepts user input directly as command-line arguments, following standard Unix design practices.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Each invocation processes a single request, triggers one controlled execution, returns the result, and exits immediately.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 This design improves performance, supports scripting and automation, and ensures that penguide behaves like a conventional system utility rather than a persistent conversational agent.</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title"/>
          </p:nvPr>
        </p:nvSpPr>
        <p:spPr>
          <a:xfrm>
            <a:off x="74520" y="15624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CONCLUSION</a:t>
            </a:r>
            <a:endParaRPr lang="en-US" sz="3600" b="0" u="none" strike="noStrike">
              <a:solidFill>
                <a:srgbClr val="000000"/>
              </a:solidFill>
              <a:effectLst/>
              <a:uFillTx/>
              <a:latin typeface="Noto Serif"/>
            </a:endParaRPr>
          </a:p>
        </p:txBody>
      </p:sp>
      <p:sp>
        <p:nvSpPr>
          <p:cNvPr id="380" name="PlaceHolder 2"/>
          <p:cNvSpPr>
            <a:spLocks noGrp="1"/>
          </p:cNvSpPr>
          <p:nvPr>
            <p:ph/>
          </p:nvPr>
        </p:nvSpPr>
        <p:spPr>
          <a:xfrm>
            <a:off x="547560" y="914400"/>
            <a:ext cx="8595360" cy="4447080"/>
          </a:xfrm>
          <a:prstGeom prst="rect">
            <a:avLst/>
          </a:prstGeom>
          <a:noFill/>
          <a:ln w="0">
            <a:noFill/>
          </a:ln>
        </p:spPr>
        <p:txBody>
          <a:bodyPr lIns="91440" rIns="91440" tIns="45720" bIns="45720" anchor="t">
            <a:norm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This project demonstrates that AI-assisted system interaction does not require cloud dependency or unrestricted execution privileges. By enforcing strict architectural boundaries and adopting a local execution model, penguide provides a secure and efficient alternative to existing AI assistants.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system successfully integrates natural language understanding with traditional Linux command execution while maintaining transparency, privacy, and control.</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 Future enhancements may include contextual memory, structured output formats, and integration with system monitoring tools, further extending penguide’s applicability in real-world Linux environments.</a:t>
            </a:r>
            <a:endParaRPr lang="en-US" sz="1800" b="0" u="none" strike="noStrike">
              <a:solidFill>
                <a:srgbClr val="000000"/>
              </a:solidFill>
              <a:effectLst/>
              <a:uFillTx/>
              <a:latin typeface="Noto Serif"/>
            </a:endParaRPr>
          </a:p>
        </p:txBody>
      </p:sp>
      <p:sp>
        <p:nvSpPr>
          <p:cNvPr id="381" name="Cloud Callout 3"/>
          <p:cNvSpPr/>
          <p:nvPr/>
        </p:nvSpPr>
        <p:spPr>
          <a:xfrm>
            <a:off x="2986560" y="5048640"/>
            <a:ext cx="4658040" cy="1272960"/>
          </a:xfrm>
          <a:prstGeom prst="cloudCallout">
            <a:avLst>
              <a:gd name="adj1" fmla="val -20833"/>
              <a:gd name="adj2" fmla="val 62500"/>
            </a:avLst>
          </a:prstGeom>
          <a:solidFill>
            <a:schemeClr val="bg1"/>
          </a:solidFill>
          <a:ln cap="rnd">
            <a:solidFill>
              <a:srgbClr val="6a8f1c"/>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lang="en-US" sz="1800" b="1" u="none" strike="noStrike">
                <a:solidFill>
                  <a:schemeClr val="dk1">
                    <a:lumMod val="95000"/>
                    <a:lumOff val="5000"/>
                  </a:schemeClr>
                </a:solidFill>
                <a:effectLst/>
                <a:uFillTx/>
                <a:latin typeface="Trebuchet MS"/>
              </a:rPr>
              <a:t>THANK YOU !</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6.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1228</TotalTime>
  <Application>LibreOffice/25.8.4.2$Linux_X86_64 LibreOffice_project/580$Build-2</Application>
  <AppVersion>15.0000</AppVersion>
  <Words>43</Words>
  <Paragraphs>20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2024-12-13T12:01:40Z</dcterms:created>
  <dc:creator>vishalrameshv13@gmail.com</dc:creator>
  <dc:description/>
  <dc:language>en-US</dc:language>
  <cp:lastModifiedBy/>
  <dcterms:modified xsi:type="dcterms:W3CDTF">2026-02-08T06:36:25Z</dcterms:modified>
  <cp:revision>23</cp:revision>
  <dc:subject/>
  <dc:title>INVEST MATCH AI CLOUD BASED   STARTUP AND INVESTOR   MATCHING PLATFORM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Custom</vt:lpwstr>
  </property>
  <property fmtid="{D5CDD505-2E9C-101B-9397-08002B2CF9AE}" pid="4" name="Slides">
    <vt:i4>11</vt:i4>
  </property>
</Properties>
</file>