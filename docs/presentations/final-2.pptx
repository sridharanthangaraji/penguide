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2.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21.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 id="2147483671" r:id="rId7"/>
    <p:sldMasterId id="214748367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Master" Target="slideMasters/slideMaster19.xml"/><Relationship Id="rId8" Type="http://schemas.openxmlformats.org/officeDocument/2006/relationships/slideMaster" Target="slideMasters/slideMaster20.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35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35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59" name="PlaceHolder 4"/>
          <p:cNvSpPr>
            <a:spLocks noGrp="1"/>
          </p:cNvSpPr>
          <p:nvPr>
            <p:ph type="dt" idx="6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60" name="PlaceHolder 5"/>
          <p:cNvSpPr>
            <a:spLocks noGrp="1"/>
          </p:cNvSpPr>
          <p:nvPr>
            <p:ph type="ftr" idx="6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61" name="PlaceHolder 6"/>
          <p:cNvSpPr>
            <a:spLocks noGrp="1"/>
          </p:cNvSpPr>
          <p:nvPr>
            <p:ph type="sldNum" idx="6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E83B1E6-C2EC-4920-AC2E-984A79E08D3C}"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380880" y="685800"/>
            <a:ext cx="6094080" cy="3427200"/>
          </a:xfrm>
          <a:prstGeom prst="rect">
            <a:avLst/>
          </a:prstGeom>
          <a:ln w="0">
            <a:noFill/>
          </a:ln>
        </p:spPr>
      </p:sp>
      <p:sp>
        <p:nvSpPr>
          <p:cNvPr id="406" name="PlaceHolder 2"/>
          <p:cNvSpPr>
            <a:spLocks noGrp="1"/>
          </p:cNvSpPr>
          <p:nvPr>
            <p:ph type="body"/>
          </p:nvPr>
        </p:nvSpPr>
        <p:spPr>
          <a:xfrm>
            <a:off x="685800" y="4343400"/>
            <a:ext cx="5484600" cy="4113000"/>
          </a:xfrm>
          <a:prstGeom prst="rect">
            <a:avLst/>
          </a:prstGeom>
          <a:noFill/>
          <a:ln w="0">
            <a:noFill/>
          </a:ln>
        </p:spPr>
        <p:txBody>
          <a:bodyPr lIns="91440" tIns="45720" rIns="91440" bIns="45720" anchor="t">
            <a:normAutofit/>
          </a:bodyPr>
          <a:p>
            <a:pPr indent="0" algn="l">
              <a:buNone/>
            </a:pPr>
            <a:endParaRPr lang="en-US" sz="1800" b="0" u="none" strike="noStrike">
              <a:solidFill>
                <a:srgbClr val="000000"/>
              </a:solidFill>
              <a:effectLst/>
              <a:uFillTx/>
              <a:latin typeface="Arial"/>
            </a:endParaRPr>
          </a:p>
        </p:txBody>
      </p:sp>
      <p:sp>
        <p:nvSpPr>
          <p:cNvPr id="407" name="PlaceHolder 3"/>
          <p:cNvSpPr>
            <a:spLocks noGrp="1"/>
          </p:cNvSpPr>
          <p:nvPr>
            <p:ph type="sldNum" idx="64"/>
          </p:nvPr>
        </p:nvSpPr>
        <p:spPr>
          <a:xfrm>
            <a:off x="3884760" y="8685360"/>
            <a:ext cx="2970000" cy="455400"/>
          </a:xfrm>
          <a:prstGeom prst="rect">
            <a:avLst/>
          </a:prstGeom>
          <a:noFill/>
          <a:ln w="0">
            <a:noFill/>
          </a:ln>
        </p:spPr>
        <p:txBody>
          <a:bodyPr lIns="91440" tIns="45720" rIns="91440" bIns="45720" anchor="b">
            <a:noAutofit/>
          </a:bodyPr>
          <a:lstStyle>
            <a:lvl1pPr indent="0" algn="r" defTabSz="457200">
              <a:lnSpc>
                <a:spcPct val="100000"/>
              </a:lnSpc>
              <a:buNone/>
              <a:tabLst>
                <a:tab pos="0" algn="l"/>
              </a:tabLst>
              <a:defRPr lang="en-US" sz="1200" b="0" u="none" strike="noStrike">
                <a:solidFill>
                  <a:schemeClr val="dk1"/>
                </a:solidFill>
                <a:effectLst/>
                <a:uFillTx/>
                <a:latin typeface="+mn-lt"/>
                <a:ea typeface="+mn-ea"/>
              </a:defRPr>
            </a:lvl1pPr>
          </a:lstStyle>
          <a:p>
            <a:pPr indent="0" algn="r" defTabSz="457200">
              <a:lnSpc>
                <a:spcPct val="100000"/>
              </a:lnSpc>
              <a:buNone/>
              <a:tabLst>
                <a:tab pos="0" algn="l"/>
              </a:tabLst>
            </a:pPr>
            <a:fld id="{ED9D600D-087A-43E6-8151-2182250EA3A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956160"/>
            <a:ext cx="85950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0"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71D36D9-85F0-41EE-86FC-B8C545AD7F3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320" cy="6868080"/>
            <a:chOff x="0" y="-8640"/>
            <a:chExt cx="12190320" cy="6868080"/>
          </a:xfrm>
        </p:grpSpPr>
        <p:cxnSp>
          <p:nvCxnSpPr>
            <p:cNvPr id="32" name="Straight Connector 19"/>
            <p:cNvCxnSpPr/>
            <p:nvPr/>
          </p:nvCxnSpPr>
          <p:spPr>
            <a:xfrm>
              <a:off x="9370800" y="0"/>
              <a:ext cx="1221120" cy="6859800"/>
            </a:xfrm>
            <a:prstGeom prst="straightConnector1">
              <a:avLst/>
            </a:prstGeom>
            <a:ln cap="rnd" w="9525">
              <a:solidFill>
                <a:srgbClr val="BFBFBF"/>
              </a:solidFill>
              <a:round/>
            </a:ln>
          </p:spPr>
        </p:cxnSp>
        <p:cxnSp>
          <p:nvCxnSpPr>
            <p:cNvPr id="33"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1"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7967520" y="609480"/>
            <a:ext cx="1302840" cy="5249520"/>
          </a:xfrm>
          <a:prstGeom prst="rect">
            <a:avLst/>
          </a:prstGeom>
          <a:noFill/>
          <a:ln w="0">
            <a:noFill/>
          </a:ln>
        </p:spPr>
        <p:txBody>
          <a:bodyPr lIns="91440" tIns="45720" rIns="91440" bIns="45720" anchor="ctr" vert="eaVe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43" name="PlaceHolder 2"/>
          <p:cNvSpPr>
            <a:spLocks noGrp="1"/>
          </p:cNvSpPr>
          <p:nvPr>
            <p:ph type="body"/>
          </p:nvPr>
        </p:nvSpPr>
        <p:spPr>
          <a:xfrm>
            <a:off x="677160" y="609480"/>
            <a:ext cx="7058520" cy="524952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44" name="PlaceHolder 3"/>
          <p:cNvSpPr>
            <a:spLocks noGrp="1"/>
          </p:cNvSpPr>
          <p:nvPr>
            <p:ph type="dt" idx="4"/>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Times New Roman"/>
            </a:endParaRPr>
          </a:p>
        </p:txBody>
      </p:sp>
      <p:sp>
        <p:nvSpPr>
          <p:cNvPr id="45" name="PlaceHolder 4"/>
          <p:cNvSpPr>
            <a:spLocks noGrp="1"/>
          </p:cNvSpPr>
          <p:nvPr>
            <p:ph type="ftr" idx="5"/>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46" name="PlaceHolder 5"/>
          <p:cNvSpPr>
            <a:spLocks noGrp="1"/>
          </p:cNvSpPr>
          <p:nvPr>
            <p:ph type="sldNum" idx="6"/>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1F9F601E-4D48-4FD0-B676-0108BD66C67D}"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7" name="Group 6"/>
          <p:cNvGrpSpPr/>
          <p:nvPr/>
        </p:nvGrpSpPr>
        <p:grpSpPr>
          <a:xfrm>
            <a:off x="0" y="-8640"/>
            <a:ext cx="12190320" cy="6868080"/>
            <a:chOff x="0" y="-8640"/>
            <a:chExt cx="12190320" cy="6868080"/>
          </a:xfrm>
        </p:grpSpPr>
        <p:cxnSp>
          <p:nvCxnSpPr>
            <p:cNvPr id="48" name="Straight Connector 19"/>
            <p:cNvCxnSpPr/>
            <p:nvPr/>
          </p:nvCxnSpPr>
          <p:spPr>
            <a:xfrm>
              <a:off x="9370800" y="0"/>
              <a:ext cx="1221120" cy="6859800"/>
            </a:xfrm>
            <a:prstGeom prst="straightConnector1">
              <a:avLst/>
            </a:prstGeom>
            <a:ln cap="rnd" w="9525">
              <a:solidFill>
                <a:srgbClr val="BFBFBF"/>
              </a:solidFill>
              <a:round/>
            </a:ln>
          </p:spPr>
        </p:cxnSp>
        <p:cxnSp>
          <p:nvCxnSpPr>
            <p:cNvPr id="49"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50"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1"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2"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53"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54"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5"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6"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7"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58" name="PlaceHolder 1"/>
          <p:cNvSpPr>
            <a:spLocks noGrp="1"/>
          </p:cNvSpPr>
          <p:nvPr>
            <p:ph type="title"/>
          </p:nvPr>
        </p:nvSpPr>
        <p:spPr>
          <a:xfrm>
            <a:off x="677160" y="2700720"/>
            <a:ext cx="8595000" cy="182484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4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Arial"/>
            </a:endParaRPr>
          </a:p>
        </p:txBody>
      </p:sp>
      <p:sp>
        <p:nvSpPr>
          <p:cNvPr id="59" name="PlaceHolder 2"/>
          <p:cNvSpPr>
            <a:spLocks noGrp="1"/>
          </p:cNvSpPr>
          <p:nvPr>
            <p:ph type="body"/>
          </p:nvPr>
        </p:nvSpPr>
        <p:spPr>
          <a:xfrm>
            <a:off x="677160" y="4527360"/>
            <a:ext cx="8595000" cy="85860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Arial"/>
            </a:endParaRPr>
          </a:p>
        </p:txBody>
      </p:sp>
      <p:sp>
        <p:nvSpPr>
          <p:cNvPr id="60" name="PlaceHolder 3"/>
          <p:cNvSpPr>
            <a:spLocks noGrp="1"/>
          </p:cNvSpPr>
          <p:nvPr>
            <p:ph type="dt" idx="7"/>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Times New Roman"/>
            </a:endParaRPr>
          </a:p>
        </p:txBody>
      </p:sp>
      <p:sp>
        <p:nvSpPr>
          <p:cNvPr id="61" name="PlaceHolder 4"/>
          <p:cNvSpPr>
            <a:spLocks noGrp="1"/>
          </p:cNvSpPr>
          <p:nvPr>
            <p:ph type="ftr" idx="8"/>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62" name="PlaceHolder 5"/>
          <p:cNvSpPr>
            <a:spLocks noGrp="1"/>
          </p:cNvSpPr>
          <p:nvPr>
            <p:ph type="sldNum" idx="9"/>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54D41DAD-B348-49A3-BF69-61F1E576F793}"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3" name="Group 6"/>
          <p:cNvGrpSpPr/>
          <p:nvPr/>
        </p:nvGrpSpPr>
        <p:grpSpPr>
          <a:xfrm>
            <a:off x="0" y="-8640"/>
            <a:ext cx="12190320" cy="6868080"/>
            <a:chOff x="0" y="-8640"/>
            <a:chExt cx="12190320" cy="6868080"/>
          </a:xfrm>
        </p:grpSpPr>
        <p:cxnSp>
          <p:nvCxnSpPr>
            <p:cNvPr id="64" name="Straight Connector 19"/>
            <p:cNvCxnSpPr/>
            <p:nvPr/>
          </p:nvCxnSpPr>
          <p:spPr>
            <a:xfrm>
              <a:off x="9370800" y="0"/>
              <a:ext cx="1221120" cy="6859800"/>
            </a:xfrm>
            <a:prstGeom prst="straightConnector1">
              <a:avLst/>
            </a:prstGeom>
            <a:ln cap="rnd" w="9525">
              <a:solidFill>
                <a:srgbClr val="BFBFBF"/>
              </a:solidFill>
              <a:round/>
            </a:ln>
          </p:spPr>
        </p:cxnSp>
        <p:cxnSp>
          <p:nvCxnSpPr>
            <p:cNvPr id="65"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6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8"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6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7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2"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3"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74"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75" name="PlaceHolder 2"/>
          <p:cNvSpPr>
            <a:spLocks noGrp="1"/>
          </p:cNvSpPr>
          <p:nvPr>
            <p:ph type="body"/>
          </p:nvPr>
        </p:nvSpPr>
        <p:spPr>
          <a:xfrm>
            <a:off x="677160" y="2160720"/>
            <a:ext cx="418212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76" name="PlaceHolder 3"/>
          <p:cNvSpPr>
            <a:spLocks noGrp="1"/>
          </p:cNvSpPr>
          <p:nvPr>
            <p:ph type="body"/>
          </p:nvPr>
        </p:nvSpPr>
        <p:spPr>
          <a:xfrm>
            <a:off x="5090040" y="2160720"/>
            <a:ext cx="418212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77" name="PlaceHolder 4"/>
          <p:cNvSpPr>
            <a:spLocks noGrp="1"/>
          </p:cNvSpPr>
          <p:nvPr>
            <p:ph type="dt" idx="10"/>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Times New Roman"/>
            </a:endParaRPr>
          </a:p>
        </p:txBody>
      </p:sp>
      <p:sp>
        <p:nvSpPr>
          <p:cNvPr id="78" name="PlaceHolder 5"/>
          <p:cNvSpPr>
            <a:spLocks noGrp="1"/>
          </p:cNvSpPr>
          <p:nvPr>
            <p:ph type="ftr" idx="11"/>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79" name="PlaceHolder 6"/>
          <p:cNvSpPr>
            <a:spLocks noGrp="1"/>
          </p:cNvSpPr>
          <p:nvPr>
            <p:ph type="sldNum" idx="12"/>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607D947B-0354-4C1B-8C6E-1ED453ED0F46}"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0" name="Group 6"/>
          <p:cNvGrpSpPr/>
          <p:nvPr/>
        </p:nvGrpSpPr>
        <p:grpSpPr>
          <a:xfrm>
            <a:off x="0" y="-8640"/>
            <a:ext cx="12190320" cy="6868080"/>
            <a:chOff x="0" y="-8640"/>
            <a:chExt cx="12190320" cy="6868080"/>
          </a:xfrm>
        </p:grpSpPr>
        <p:cxnSp>
          <p:nvCxnSpPr>
            <p:cNvPr id="81" name="Straight Connector 19"/>
            <p:cNvCxnSpPr/>
            <p:nvPr/>
          </p:nvCxnSpPr>
          <p:spPr>
            <a:xfrm>
              <a:off x="9370800" y="0"/>
              <a:ext cx="1221120" cy="6859800"/>
            </a:xfrm>
            <a:prstGeom prst="straightConnector1">
              <a:avLst/>
            </a:prstGeom>
            <a:ln cap="rnd" w="9525">
              <a:solidFill>
                <a:srgbClr val="BFBFBF"/>
              </a:solidFill>
              <a:round/>
            </a:ln>
          </p:spPr>
        </p:cxnSp>
        <p:cxnSp>
          <p:nvCxnSpPr>
            <p:cNvPr id="82"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83"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4"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5"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6"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7"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8"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9"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90"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91"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92" name="PlaceHolder 2"/>
          <p:cNvSpPr>
            <a:spLocks noGrp="1"/>
          </p:cNvSpPr>
          <p:nvPr>
            <p:ph type="body"/>
          </p:nvPr>
        </p:nvSpPr>
        <p:spPr>
          <a:xfrm>
            <a:off x="675720" y="2161080"/>
            <a:ext cx="4183920" cy="5745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93" name="PlaceHolder 3"/>
          <p:cNvSpPr>
            <a:spLocks noGrp="1"/>
          </p:cNvSpPr>
          <p:nvPr>
            <p:ph type="body"/>
          </p:nvPr>
        </p:nvSpPr>
        <p:spPr>
          <a:xfrm>
            <a:off x="675720" y="2737080"/>
            <a:ext cx="4183920" cy="330228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94" name="PlaceHolder 4"/>
          <p:cNvSpPr>
            <a:spLocks noGrp="1"/>
          </p:cNvSpPr>
          <p:nvPr>
            <p:ph type="body"/>
          </p:nvPr>
        </p:nvSpPr>
        <p:spPr>
          <a:xfrm>
            <a:off x="5088240" y="2161080"/>
            <a:ext cx="4183920" cy="5745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95" name="PlaceHolder 5"/>
          <p:cNvSpPr>
            <a:spLocks noGrp="1"/>
          </p:cNvSpPr>
          <p:nvPr>
            <p:ph type="body"/>
          </p:nvPr>
        </p:nvSpPr>
        <p:spPr>
          <a:xfrm>
            <a:off x="5088240" y="2737080"/>
            <a:ext cx="4183920" cy="330228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96" name="PlaceHolder 6"/>
          <p:cNvSpPr>
            <a:spLocks noGrp="1"/>
          </p:cNvSpPr>
          <p:nvPr>
            <p:ph type="dt" idx="13"/>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97" name="PlaceHolder 7"/>
          <p:cNvSpPr>
            <a:spLocks noGrp="1"/>
          </p:cNvSpPr>
          <p:nvPr>
            <p:ph type="ftr" idx="14"/>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98" name="PlaceHolder 8"/>
          <p:cNvSpPr>
            <a:spLocks noGrp="1"/>
          </p:cNvSpPr>
          <p:nvPr>
            <p:ph type="sldNum" idx="15"/>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2625E15A-2B7A-434C-B660-D650FBA6041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0320" cy="6868080"/>
            <a:chOff x="0" y="-8640"/>
            <a:chExt cx="12190320" cy="6868080"/>
          </a:xfrm>
        </p:grpSpPr>
        <p:cxnSp>
          <p:nvCxnSpPr>
            <p:cNvPr id="100" name="Straight Connector 19"/>
            <p:cNvCxnSpPr/>
            <p:nvPr/>
          </p:nvCxnSpPr>
          <p:spPr>
            <a:xfrm>
              <a:off x="9370800" y="0"/>
              <a:ext cx="1221120" cy="6859800"/>
            </a:xfrm>
            <a:prstGeom prst="straightConnector1">
              <a:avLst/>
            </a:prstGeom>
            <a:ln cap="rnd" w="9525">
              <a:solidFill>
                <a:srgbClr val="BFBFBF"/>
              </a:solidFill>
              <a:round/>
            </a:ln>
          </p:spPr>
        </p:cxnSp>
        <p:cxnSp>
          <p:nvCxnSpPr>
            <p:cNvPr id="101"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02"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3"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05"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06"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7"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9"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111" name="PlaceHolder 2"/>
          <p:cNvSpPr>
            <a:spLocks noGrp="1"/>
          </p:cNvSpPr>
          <p:nvPr>
            <p:ph type="dt" idx="16"/>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12" name="PlaceHolder 3"/>
          <p:cNvSpPr>
            <a:spLocks noGrp="1"/>
          </p:cNvSpPr>
          <p:nvPr>
            <p:ph type="ftr" idx="17"/>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13" name="PlaceHolder 4"/>
          <p:cNvSpPr>
            <a:spLocks noGrp="1"/>
          </p:cNvSpPr>
          <p:nvPr>
            <p:ph type="sldNum" idx="18"/>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98EAA6FC-38E1-442A-9785-33E1AFE76E8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4" name="Group 6"/>
          <p:cNvGrpSpPr/>
          <p:nvPr/>
        </p:nvGrpSpPr>
        <p:grpSpPr>
          <a:xfrm>
            <a:off x="0" y="-8640"/>
            <a:ext cx="12190320" cy="6868080"/>
            <a:chOff x="0" y="-8640"/>
            <a:chExt cx="12190320" cy="6868080"/>
          </a:xfrm>
        </p:grpSpPr>
        <p:cxnSp>
          <p:nvCxnSpPr>
            <p:cNvPr id="115" name="Straight Connector 19"/>
            <p:cNvCxnSpPr/>
            <p:nvPr/>
          </p:nvCxnSpPr>
          <p:spPr>
            <a:xfrm>
              <a:off x="9370800" y="0"/>
              <a:ext cx="1221120" cy="6859800"/>
            </a:xfrm>
            <a:prstGeom prst="straightConnector1">
              <a:avLst/>
            </a:prstGeom>
            <a:ln cap="rnd" w="9525">
              <a:solidFill>
                <a:srgbClr val="BFBFBF"/>
              </a:solidFill>
              <a:round/>
            </a:ln>
          </p:spPr>
        </p:cxnSp>
        <p:cxnSp>
          <p:nvCxnSpPr>
            <p:cNvPr id="116"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17"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8"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9"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20"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21"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2"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3"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4"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25" name="PlaceHolder 1"/>
          <p:cNvSpPr>
            <a:spLocks noGrp="1"/>
          </p:cNvSpPr>
          <p:nvPr>
            <p:ph type="title"/>
          </p:nvPr>
        </p:nvSpPr>
        <p:spPr>
          <a:xfrm>
            <a:off x="677160" y="1498680"/>
            <a:ext cx="3852720" cy="127656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Arial"/>
            </a:endParaRPr>
          </a:p>
        </p:txBody>
      </p:sp>
      <p:sp>
        <p:nvSpPr>
          <p:cNvPr id="126" name="PlaceHolder 2"/>
          <p:cNvSpPr>
            <a:spLocks noGrp="1"/>
          </p:cNvSpPr>
          <p:nvPr>
            <p:ph type="body"/>
          </p:nvPr>
        </p:nvSpPr>
        <p:spPr>
          <a:xfrm>
            <a:off x="4760640" y="514800"/>
            <a:ext cx="4511880" cy="552456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127" name="PlaceHolder 3"/>
          <p:cNvSpPr>
            <a:spLocks noGrp="1"/>
          </p:cNvSpPr>
          <p:nvPr>
            <p:ph type="body"/>
          </p:nvPr>
        </p:nvSpPr>
        <p:spPr>
          <a:xfrm>
            <a:off x="677160" y="2777040"/>
            <a:ext cx="3852720" cy="25826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Arial"/>
            </a:endParaRPr>
          </a:p>
        </p:txBody>
      </p:sp>
      <p:sp>
        <p:nvSpPr>
          <p:cNvPr id="128" name="PlaceHolder 4"/>
          <p:cNvSpPr>
            <a:spLocks noGrp="1"/>
          </p:cNvSpPr>
          <p:nvPr>
            <p:ph type="dt" idx="19"/>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29" name="PlaceHolder 5"/>
          <p:cNvSpPr>
            <a:spLocks noGrp="1"/>
          </p:cNvSpPr>
          <p:nvPr>
            <p:ph type="ftr" idx="20"/>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30" name="PlaceHolder 6"/>
          <p:cNvSpPr>
            <a:spLocks noGrp="1"/>
          </p:cNvSpPr>
          <p:nvPr>
            <p:ph type="sldNum" idx="21"/>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14A1D1DD-C097-46F8-BB42-65F8FC4D3E4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1" name="Group 6"/>
          <p:cNvGrpSpPr/>
          <p:nvPr/>
        </p:nvGrpSpPr>
        <p:grpSpPr>
          <a:xfrm>
            <a:off x="0" y="-8640"/>
            <a:ext cx="12190320" cy="6868080"/>
            <a:chOff x="0" y="-8640"/>
            <a:chExt cx="12190320" cy="6868080"/>
          </a:xfrm>
        </p:grpSpPr>
        <p:cxnSp>
          <p:nvCxnSpPr>
            <p:cNvPr id="132" name="Straight Connector 19"/>
            <p:cNvCxnSpPr/>
            <p:nvPr/>
          </p:nvCxnSpPr>
          <p:spPr>
            <a:xfrm>
              <a:off x="9370800" y="0"/>
              <a:ext cx="1221120" cy="6859800"/>
            </a:xfrm>
            <a:prstGeom prst="straightConnector1">
              <a:avLst/>
            </a:prstGeom>
            <a:ln cap="rnd" w="9525">
              <a:solidFill>
                <a:srgbClr val="BFBFBF"/>
              </a:solidFill>
              <a:round/>
            </a:ln>
          </p:spPr>
        </p:cxnSp>
        <p:cxnSp>
          <p:nvCxnSpPr>
            <p:cNvPr id="133"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3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6"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3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3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40"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41"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42" name="PlaceHolder 1"/>
          <p:cNvSpPr>
            <a:spLocks noGrp="1"/>
          </p:cNvSpPr>
          <p:nvPr>
            <p:ph type="title"/>
          </p:nvPr>
        </p:nvSpPr>
        <p:spPr>
          <a:xfrm>
            <a:off x="677160" y="4800600"/>
            <a:ext cx="8595000" cy="56484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Arial"/>
            </a:endParaRPr>
          </a:p>
        </p:txBody>
      </p:sp>
      <p:sp>
        <p:nvSpPr>
          <p:cNvPr id="143" name="PlaceHolder 2"/>
          <p:cNvSpPr>
            <a:spLocks noGrp="1"/>
          </p:cNvSpPr>
          <p:nvPr>
            <p:ph type="body"/>
          </p:nvPr>
        </p:nvSpPr>
        <p:spPr>
          <a:xfrm>
            <a:off x="677160" y="609480"/>
            <a:ext cx="8595000" cy="3844080"/>
          </a:xfrm>
          <a:prstGeom prst="rect">
            <a:avLst/>
          </a:prstGeom>
          <a:noFill/>
          <a:ln w="0">
            <a:noFill/>
          </a:ln>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dk1"/>
                </a:solidFill>
                <a:effectLst/>
                <a:uFillTx/>
                <a:latin typeface="Trebuchet MS"/>
              </a:defRPr>
            </a:lvl1pPr>
          </a:lstStyle>
          <a:p>
            <a:pPr indent="0" algn="ctr" defTabSz="457200">
              <a:lnSpc>
                <a:spcPct val="100000"/>
              </a:lnSpc>
              <a:buNone/>
              <a:tabLst>
                <a:tab pos="0" algn="l"/>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Arial"/>
            </a:endParaRPr>
          </a:p>
        </p:txBody>
      </p:sp>
      <p:sp>
        <p:nvSpPr>
          <p:cNvPr id="144" name="PlaceHolder 3"/>
          <p:cNvSpPr>
            <a:spLocks noGrp="1"/>
          </p:cNvSpPr>
          <p:nvPr>
            <p:ph type="body"/>
          </p:nvPr>
        </p:nvSpPr>
        <p:spPr>
          <a:xfrm>
            <a:off x="677160" y="5367240"/>
            <a:ext cx="8595000" cy="67212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2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Arial"/>
            </a:endParaRPr>
          </a:p>
        </p:txBody>
      </p:sp>
      <p:sp>
        <p:nvSpPr>
          <p:cNvPr id="145" name="PlaceHolder 4"/>
          <p:cNvSpPr>
            <a:spLocks noGrp="1"/>
          </p:cNvSpPr>
          <p:nvPr>
            <p:ph type="dt" idx="22"/>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46" name="PlaceHolder 5"/>
          <p:cNvSpPr>
            <a:spLocks noGrp="1"/>
          </p:cNvSpPr>
          <p:nvPr>
            <p:ph type="ftr" idx="23"/>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47" name="PlaceHolder 6"/>
          <p:cNvSpPr>
            <a:spLocks noGrp="1"/>
          </p:cNvSpPr>
          <p:nvPr>
            <p:ph type="sldNum" idx="24"/>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7AE1D517-E0DD-4C6C-BE4B-2FF76DE139E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48" name="Group 6"/>
          <p:cNvGrpSpPr/>
          <p:nvPr/>
        </p:nvGrpSpPr>
        <p:grpSpPr>
          <a:xfrm>
            <a:off x="0" y="-8640"/>
            <a:ext cx="12190320" cy="6868080"/>
            <a:chOff x="0" y="-8640"/>
            <a:chExt cx="12190320" cy="6868080"/>
          </a:xfrm>
        </p:grpSpPr>
        <p:cxnSp>
          <p:nvCxnSpPr>
            <p:cNvPr id="149" name="Straight Connector 19"/>
            <p:cNvCxnSpPr/>
            <p:nvPr/>
          </p:nvCxnSpPr>
          <p:spPr>
            <a:xfrm>
              <a:off x="9370800" y="0"/>
              <a:ext cx="1221120" cy="6859800"/>
            </a:xfrm>
            <a:prstGeom prst="straightConnector1">
              <a:avLst/>
            </a:prstGeom>
            <a:ln cap="rnd" w="9525">
              <a:solidFill>
                <a:srgbClr val="BFBFBF"/>
              </a:solidFill>
              <a:round/>
            </a:ln>
          </p:spPr>
        </p:cxnSp>
        <p:cxnSp>
          <p:nvCxnSpPr>
            <p:cNvPr id="150"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5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3"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5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5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7"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8"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59" name="PlaceHolder 1"/>
          <p:cNvSpPr>
            <a:spLocks noGrp="1"/>
          </p:cNvSpPr>
          <p:nvPr>
            <p:ph type="title"/>
          </p:nvPr>
        </p:nvSpPr>
        <p:spPr>
          <a:xfrm>
            <a:off x="677160" y="609480"/>
            <a:ext cx="8595000" cy="34016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160" name="PlaceHolder 2"/>
          <p:cNvSpPr>
            <a:spLocks noGrp="1"/>
          </p:cNvSpPr>
          <p:nvPr>
            <p:ph type="body"/>
          </p:nvPr>
        </p:nvSpPr>
        <p:spPr>
          <a:xfrm>
            <a:off x="677160" y="4470480"/>
            <a:ext cx="8595000" cy="156924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161" name="PlaceHolder 3"/>
          <p:cNvSpPr>
            <a:spLocks noGrp="1"/>
          </p:cNvSpPr>
          <p:nvPr>
            <p:ph type="dt" idx="25"/>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62" name="PlaceHolder 4"/>
          <p:cNvSpPr>
            <a:spLocks noGrp="1"/>
          </p:cNvSpPr>
          <p:nvPr>
            <p:ph type="ftr" idx="26"/>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63" name="PlaceHolder 5"/>
          <p:cNvSpPr>
            <a:spLocks noGrp="1"/>
          </p:cNvSpPr>
          <p:nvPr>
            <p:ph type="sldNum" idx="27"/>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C43BFBAA-B234-4762-9E57-A923E250E09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4" name="Group 6"/>
          <p:cNvGrpSpPr/>
          <p:nvPr/>
        </p:nvGrpSpPr>
        <p:grpSpPr>
          <a:xfrm>
            <a:off x="0" y="-8640"/>
            <a:ext cx="12190320" cy="6868080"/>
            <a:chOff x="0" y="-8640"/>
            <a:chExt cx="12190320" cy="6868080"/>
          </a:xfrm>
        </p:grpSpPr>
        <p:cxnSp>
          <p:nvCxnSpPr>
            <p:cNvPr id="165" name="Straight Connector 19"/>
            <p:cNvCxnSpPr/>
            <p:nvPr/>
          </p:nvCxnSpPr>
          <p:spPr>
            <a:xfrm>
              <a:off x="9370800" y="0"/>
              <a:ext cx="1221120" cy="6859800"/>
            </a:xfrm>
            <a:prstGeom prst="straightConnector1">
              <a:avLst/>
            </a:prstGeom>
            <a:ln cap="rnd" w="9525">
              <a:solidFill>
                <a:srgbClr val="BFBFBF"/>
              </a:solidFill>
              <a:round/>
            </a:ln>
          </p:spPr>
        </p:cxnSp>
        <p:cxnSp>
          <p:nvCxnSpPr>
            <p:cNvPr id="166"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67"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68"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69"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70"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71"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2"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3"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4"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75" name="PlaceHolder 1"/>
          <p:cNvSpPr>
            <a:spLocks noGrp="1"/>
          </p:cNvSpPr>
          <p:nvPr>
            <p:ph type="title"/>
          </p:nvPr>
        </p:nvSpPr>
        <p:spPr>
          <a:xfrm>
            <a:off x="931320" y="609480"/>
            <a:ext cx="8092440" cy="302076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176" name="PlaceHolder 2"/>
          <p:cNvSpPr>
            <a:spLocks noGrp="1"/>
          </p:cNvSpPr>
          <p:nvPr>
            <p:ph type="body"/>
          </p:nvPr>
        </p:nvSpPr>
        <p:spPr>
          <a:xfrm>
            <a:off x="1366200" y="3632040"/>
            <a:ext cx="7222680" cy="379080"/>
          </a:xfrm>
          <a:prstGeom prst="rect">
            <a:avLst/>
          </a:prstGeom>
          <a:noFill/>
          <a:ln w="0">
            <a:noFill/>
          </a:ln>
        </p:spPr>
        <p:txBody>
          <a:bodyPr lIns="91440" tIns="45720" rIns="91440" bIns="45720" anchor="ctr">
            <a:noAutofit/>
          </a:bodyPr>
          <a:lstStyle>
            <a:lvl1pPr indent="0" algn="l" defTabSz="457200">
              <a:lnSpc>
                <a:spcPct val="100000"/>
              </a:lnSpc>
              <a:spcBef>
                <a:spcPts val="1001"/>
              </a:spcBef>
              <a:buNone/>
              <a:tabLst>
                <a:tab pos="0" algn="l"/>
              </a:tabLst>
              <a:defRPr lang="en-US" sz="16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Arial"/>
            </a:endParaRPr>
          </a:p>
        </p:txBody>
      </p:sp>
      <p:sp>
        <p:nvSpPr>
          <p:cNvPr id="177" name="PlaceHolder 3"/>
          <p:cNvSpPr>
            <a:spLocks noGrp="1"/>
          </p:cNvSpPr>
          <p:nvPr>
            <p:ph type="body"/>
          </p:nvPr>
        </p:nvSpPr>
        <p:spPr>
          <a:xfrm>
            <a:off x="677160" y="4470480"/>
            <a:ext cx="8595000" cy="156924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178" name="PlaceHolder 4"/>
          <p:cNvSpPr>
            <a:spLocks noGrp="1"/>
          </p:cNvSpPr>
          <p:nvPr>
            <p:ph type="dt" idx="28"/>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79" name="PlaceHolder 5"/>
          <p:cNvSpPr>
            <a:spLocks noGrp="1"/>
          </p:cNvSpPr>
          <p:nvPr>
            <p:ph type="ftr" idx="29"/>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80" name="PlaceHolder 6"/>
          <p:cNvSpPr>
            <a:spLocks noGrp="1"/>
          </p:cNvSpPr>
          <p:nvPr>
            <p:ph type="sldNum" idx="30"/>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734EB667-DD1D-4AE1-9A1C-F4747BF6763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81" name="TextBox 19"/>
          <p:cNvSpPr/>
          <p:nvPr/>
        </p:nvSpPr>
        <p:spPr>
          <a:xfrm>
            <a:off x="541800" y="79020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182" name="TextBox 21"/>
          <p:cNvSpPr/>
          <p:nvPr/>
        </p:nvSpPr>
        <p:spPr>
          <a:xfrm>
            <a:off x="8893080" y="288648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3" name="Group 6"/>
          <p:cNvGrpSpPr/>
          <p:nvPr/>
        </p:nvGrpSpPr>
        <p:grpSpPr>
          <a:xfrm>
            <a:off x="0" y="-8640"/>
            <a:ext cx="12190320" cy="6868080"/>
            <a:chOff x="0" y="-8640"/>
            <a:chExt cx="12190320" cy="6868080"/>
          </a:xfrm>
        </p:grpSpPr>
        <p:cxnSp>
          <p:nvCxnSpPr>
            <p:cNvPr id="184" name="Straight Connector 19"/>
            <p:cNvCxnSpPr/>
            <p:nvPr/>
          </p:nvCxnSpPr>
          <p:spPr>
            <a:xfrm>
              <a:off x="9370800" y="0"/>
              <a:ext cx="1221120" cy="6859800"/>
            </a:xfrm>
            <a:prstGeom prst="straightConnector1">
              <a:avLst/>
            </a:prstGeom>
            <a:ln cap="rnd" w="9525">
              <a:solidFill>
                <a:srgbClr val="BFBFBF"/>
              </a:solidFill>
              <a:round/>
            </a:ln>
          </p:spPr>
        </p:cxnSp>
        <p:cxnSp>
          <p:nvCxnSpPr>
            <p:cNvPr id="185"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8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8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88"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8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9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2"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3"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94" name="PlaceHolder 1"/>
          <p:cNvSpPr>
            <a:spLocks noGrp="1"/>
          </p:cNvSpPr>
          <p:nvPr>
            <p:ph type="title"/>
          </p:nvPr>
        </p:nvSpPr>
        <p:spPr>
          <a:xfrm>
            <a:off x="677160" y="1932120"/>
            <a:ext cx="8595000" cy="259380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195" name="PlaceHolder 2"/>
          <p:cNvSpPr>
            <a:spLocks noGrp="1"/>
          </p:cNvSpPr>
          <p:nvPr>
            <p:ph type="body"/>
          </p:nvPr>
        </p:nvSpPr>
        <p:spPr>
          <a:xfrm>
            <a:off x="677160" y="4527360"/>
            <a:ext cx="8595000" cy="15120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196" name="PlaceHolder 3"/>
          <p:cNvSpPr>
            <a:spLocks noGrp="1"/>
          </p:cNvSpPr>
          <p:nvPr>
            <p:ph type="dt" idx="31"/>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97" name="PlaceHolder 4"/>
          <p:cNvSpPr>
            <a:spLocks noGrp="1"/>
          </p:cNvSpPr>
          <p:nvPr>
            <p:ph type="ftr" idx="32"/>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98" name="PlaceHolder 5"/>
          <p:cNvSpPr>
            <a:spLocks noGrp="1"/>
          </p:cNvSpPr>
          <p:nvPr>
            <p:ph type="sldNum" idx="33"/>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B772732A-D148-4521-90B2-237AF3C6325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99" name="Group 6"/>
          <p:cNvGrpSpPr/>
          <p:nvPr/>
        </p:nvGrpSpPr>
        <p:grpSpPr>
          <a:xfrm>
            <a:off x="0" y="-8640"/>
            <a:ext cx="12190320" cy="6868080"/>
            <a:chOff x="0" y="-8640"/>
            <a:chExt cx="12190320" cy="6868080"/>
          </a:xfrm>
        </p:grpSpPr>
        <p:cxnSp>
          <p:nvCxnSpPr>
            <p:cNvPr id="200" name="Straight Connector 19"/>
            <p:cNvCxnSpPr/>
            <p:nvPr/>
          </p:nvCxnSpPr>
          <p:spPr>
            <a:xfrm>
              <a:off x="9370800" y="0"/>
              <a:ext cx="1221120" cy="6859800"/>
            </a:xfrm>
            <a:prstGeom prst="straightConnector1">
              <a:avLst/>
            </a:prstGeom>
            <a:ln cap="rnd" w="9525">
              <a:solidFill>
                <a:srgbClr val="BFBFBF"/>
              </a:solidFill>
              <a:round/>
            </a:ln>
          </p:spPr>
        </p:cxnSp>
        <p:cxnSp>
          <p:nvCxnSpPr>
            <p:cNvPr id="201"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02"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3"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4"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05"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06"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7"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8"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9"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10" name="PlaceHolder 1"/>
          <p:cNvSpPr>
            <a:spLocks noGrp="1"/>
          </p:cNvSpPr>
          <p:nvPr>
            <p:ph type="title"/>
          </p:nvPr>
        </p:nvSpPr>
        <p:spPr>
          <a:xfrm>
            <a:off x="931320" y="609480"/>
            <a:ext cx="8092440" cy="302076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211" name="PlaceHolder 2"/>
          <p:cNvSpPr>
            <a:spLocks noGrp="1"/>
          </p:cNvSpPr>
          <p:nvPr>
            <p:ph type="body"/>
          </p:nvPr>
        </p:nvSpPr>
        <p:spPr>
          <a:xfrm>
            <a:off x="677160" y="4013280"/>
            <a:ext cx="8595000" cy="51228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212" name="PlaceHolder 3"/>
          <p:cNvSpPr>
            <a:spLocks noGrp="1"/>
          </p:cNvSpPr>
          <p:nvPr>
            <p:ph type="body"/>
          </p:nvPr>
        </p:nvSpPr>
        <p:spPr>
          <a:xfrm>
            <a:off x="677160" y="4527360"/>
            <a:ext cx="8595000" cy="15120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213" name="PlaceHolder 4"/>
          <p:cNvSpPr>
            <a:spLocks noGrp="1"/>
          </p:cNvSpPr>
          <p:nvPr>
            <p:ph type="dt" idx="34"/>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14" name="PlaceHolder 5"/>
          <p:cNvSpPr>
            <a:spLocks noGrp="1"/>
          </p:cNvSpPr>
          <p:nvPr>
            <p:ph type="ftr" idx="35"/>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15" name="PlaceHolder 6"/>
          <p:cNvSpPr>
            <a:spLocks noGrp="1"/>
          </p:cNvSpPr>
          <p:nvPr>
            <p:ph type="sldNum" idx="36"/>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668ED102-C86F-4433-96F0-49B787F5BF6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16" name="TextBox 23"/>
          <p:cNvSpPr/>
          <p:nvPr/>
        </p:nvSpPr>
        <p:spPr>
          <a:xfrm>
            <a:off x="541800" y="79020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217" name="TextBox 24"/>
          <p:cNvSpPr/>
          <p:nvPr/>
        </p:nvSpPr>
        <p:spPr>
          <a:xfrm>
            <a:off x="8893080" y="288648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8" name="Group 6"/>
          <p:cNvGrpSpPr/>
          <p:nvPr/>
        </p:nvGrpSpPr>
        <p:grpSpPr>
          <a:xfrm>
            <a:off x="0" y="-8640"/>
            <a:ext cx="12190320" cy="6868080"/>
            <a:chOff x="0" y="-8640"/>
            <a:chExt cx="12190320" cy="6868080"/>
          </a:xfrm>
        </p:grpSpPr>
        <p:cxnSp>
          <p:nvCxnSpPr>
            <p:cNvPr id="219" name="Straight Connector 19"/>
            <p:cNvCxnSpPr/>
            <p:nvPr/>
          </p:nvCxnSpPr>
          <p:spPr>
            <a:xfrm>
              <a:off x="9370800" y="0"/>
              <a:ext cx="1221120" cy="6859800"/>
            </a:xfrm>
            <a:prstGeom prst="straightConnector1">
              <a:avLst/>
            </a:prstGeom>
            <a:ln cap="rnd" w="9525">
              <a:solidFill>
                <a:srgbClr val="BFBFBF"/>
              </a:solidFill>
              <a:round/>
            </a:ln>
          </p:spPr>
        </p:cxnSp>
        <p:cxnSp>
          <p:nvCxnSpPr>
            <p:cNvPr id="220"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2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3"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2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2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7"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8"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29" name="PlaceHolder 1"/>
          <p:cNvSpPr>
            <a:spLocks noGrp="1"/>
          </p:cNvSpPr>
          <p:nvPr>
            <p:ph type="title"/>
          </p:nvPr>
        </p:nvSpPr>
        <p:spPr>
          <a:xfrm>
            <a:off x="685800" y="609480"/>
            <a:ext cx="8586360" cy="302076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230" name="PlaceHolder 2"/>
          <p:cNvSpPr>
            <a:spLocks noGrp="1"/>
          </p:cNvSpPr>
          <p:nvPr>
            <p:ph type="body"/>
          </p:nvPr>
        </p:nvSpPr>
        <p:spPr>
          <a:xfrm>
            <a:off x="677160" y="4013280"/>
            <a:ext cx="8595000" cy="51228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accent1"/>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231" name="PlaceHolder 3"/>
          <p:cNvSpPr>
            <a:spLocks noGrp="1"/>
          </p:cNvSpPr>
          <p:nvPr>
            <p:ph type="body"/>
          </p:nvPr>
        </p:nvSpPr>
        <p:spPr>
          <a:xfrm>
            <a:off x="677160" y="4527360"/>
            <a:ext cx="8595000" cy="15120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232" name="PlaceHolder 4"/>
          <p:cNvSpPr>
            <a:spLocks noGrp="1"/>
          </p:cNvSpPr>
          <p:nvPr>
            <p:ph type="dt" idx="37"/>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33" name="PlaceHolder 5"/>
          <p:cNvSpPr>
            <a:spLocks noGrp="1"/>
          </p:cNvSpPr>
          <p:nvPr>
            <p:ph type="ftr" idx="38"/>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34" name="PlaceHolder 6"/>
          <p:cNvSpPr>
            <a:spLocks noGrp="1"/>
          </p:cNvSpPr>
          <p:nvPr>
            <p:ph type="sldNum" idx="39"/>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FD9B1E35-CDC7-4E0D-8783-F4EEB859B62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0320" cy="6868080"/>
            <a:chOff x="0" y="-8640"/>
            <a:chExt cx="12190320" cy="6868080"/>
          </a:xfrm>
        </p:grpSpPr>
        <p:cxnSp>
          <p:nvCxnSpPr>
            <p:cNvPr id="236" name="Straight Connector 19"/>
            <p:cNvCxnSpPr/>
            <p:nvPr/>
          </p:nvCxnSpPr>
          <p:spPr>
            <a:xfrm>
              <a:off x="9370800" y="0"/>
              <a:ext cx="1221120" cy="6859800"/>
            </a:xfrm>
            <a:prstGeom prst="straightConnector1">
              <a:avLst/>
            </a:prstGeom>
            <a:ln cap="rnd" w="9525">
              <a:solidFill>
                <a:srgbClr val="BFBFBF"/>
              </a:solidFill>
              <a:round/>
            </a:ln>
          </p:spPr>
        </p:cxnSp>
        <p:cxnSp>
          <p:nvCxnSpPr>
            <p:cNvPr id="237"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38"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9"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41"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42"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3"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5"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247" name="PlaceHolder 2"/>
          <p:cNvSpPr>
            <a:spLocks noGrp="1"/>
          </p:cNvSpPr>
          <p:nvPr>
            <p:ph type="body"/>
          </p:nvPr>
        </p:nvSpPr>
        <p:spPr>
          <a:xfrm>
            <a:off x="677160" y="2160720"/>
            <a:ext cx="8595000" cy="387900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248" name="PlaceHolder 3"/>
          <p:cNvSpPr>
            <a:spLocks noGrp="1"/>
          </p:cNvSpPr>
          <p:nvPr>
            <p:ph type="dt" idx="40"/>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49" name="PlaceHolder 4"/>
          <p:cNvSpPr>
            <a:spLocks noGrp="1"/>
          </p:cNvSpPr>
          <p:nvPr>
            <p:ph type="ftr" idx="41"/>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50" name="PlaceHolder 5"/>
          <p:cNvSpPr>
            <a:spLocks noGrp="1"/>
          </p:cNvSpPr>
          <p:nvPr>
            <p:ph type="sldNum" idx="42"/>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689C6709-088D-4A2E-8FAC-406B3A7B3FC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956160"/>
            <a:ext cx="85950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67"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34D5A395-951A-42FE-AE08-5A746983648C}"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3" name="PlaceHolder 1"/>
          <p:cNvSpPr>
            <a:spLocks noGrp="1"/>
          </p:cNvSpPr>
          <p:nvPr>
            <p:ph type="title"/>
          </p:nvPr>
        </p:nvSpPr>
        <p:spPr>
          <a:xfrm>
            <a:off x="677160" y="956160"/>
            <a:ext cx="85950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84"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EC338DD9-539A-408D-83C7-B17FD353C047}"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0320" cy="6868080"/>
            <a:chOff x="0" y="-8640"/>
            <a:chExt cx="12190320" cy="6868080"/>
          </a:xfrm>
        </p:grpSpPr>
        <p:cxnSp>
          <p:nvCxnSpPr>
            <p:cNvPr id="286" name="Straight Connector 19"/>
            <p:cNvCxnSpPr/>
            <p:nvPr/>
          </p:nvCxnSpPr>
          <p:spPr>
            <a:xfrm>
              <a:off x="9370800" y="0"/>
              <a:ext cx="1221120" cy="6859800"/>
            </a:xfrm>
            <a:prstGeom prst="straightConnector1">
              <a:avLst/>
            </a:prstGeom>
            <a:ln cap="rnd" w="9525">
              <a:solidFill>
                <a:srgbClr val="BFBFBF"/>
              </a:solidFill>
              <a:round/>
            </a:ln>
          </p:spPr>
        </p:cxnSp>
        <p:cxnSp>
          <p:nvCxnSpPr>
            <p:cNvPr id="287"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88"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89"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0"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91"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92"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3"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4"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5"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96"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rm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297" name="PlaceHolder 2"/>
          <p:cNvSpPr>
            <a:spLocks noGrp="1"/>
          </p:cNvSpPr>
          <p:nvPr>
            <p:ph type="body"/>
          </p:nvPr>
        </p:nvSpPr>
        <p:spPr>
          <a:xfrm>
            <a:off x="677160" y="2160720"/>
            <a:ext cx="859500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298" name="PlaceHolder 3"/>
          <p:cNvSpPr>
            <a:spLocks noGrp="1"/>
          </p:cNvSpPr>
          <p:nvPr>
            <p:ph type="dt" idx="49"/>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99" name="PlaceHolder 4"/>
          <p:cNvSpPr>
            <a:spLocks noGrp="1"/>
          </p:cNvSpPr>
          <p:nvPr>
            <p:ph type="ftr" idx="50"/>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00" name="PlaceHolder 5"/>
          <p:cNvSpPr>
            <a:spLocks noGrp="1"/>
          </p:cNvSpPr>
          <p:nvPr>
            <p:ph type="sldNum" idx="51"/>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9440A67A-D2DB-4CFD-B4BE-77EEB40E27B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1" name="Group 6"/>
          <p:cNvGrpSpPr/>
          <p:nvPr/>
        </p:nvGrpSpPr>
        <p:grpSpPr>
          <a:xfrm>
            <a:off x="0" y="-8640"/>
            <a:ext cx="12190320" cy="6868080"/>
            <a:chOff x="0" y="-8640"/>
            <a:chExt cx="12190320" cy="6868080"/>
          </a:xfrm>
        </p:grpSpPr>
        <p:cxnSp>
          <p:nvCxnSpPr>
            <p:cNvPr id="302" name="Straight Connector 19"/>
            <p:cNvCxnSpPr/>
            <p:nvPr/>
          </p:nvCxnSpPr>
          <p:spPr>
            <a:xfrm>
              <a:off x="9370800" y="0"/>
              <a:ext cx="1221120" cy="6859800"/>
            </a:xfrm>
            <a:prstGeom prst="straightConnector1">
              <a:avLst/>
            </a:prstGeom>
            <a:ln cap="rnd" w="9525">
              <a:solidFill>
                <a:srgbClr val="BFBFBF"/>
              </a:solidFill>
              <a:round/>
            </a:ln>
          </p:spPr>
        </p:cxnSp>
        <p:cxnSp>
          <p:nvCxnSpPr>
            <p:cNvPr id="303"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0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6"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0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0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10"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11"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12" name="PlaceHolder 1"/>
          <p:cNvSpPr>
            <a:spLocks noGrp="1"/>
          </p:cNvSpPr>
          <p:nvPr>
            <p:ph type="dt" idx="52"/>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13" name="PlaceHolder 2"/>
          <p:cNvSpPr>
            <a:spLocks noGrp="1"/>
          </p:cNvSpPr>
          <p:nvPr>
            <p:ph type="ftr" idx="53"/>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14" name="PlaceHolder 3"/>
          <p:cNvSpPr>
            <a:spLocks noGrp="1"/>
          </p:cNvSpPr>
          <p:nvPr>
            <p:ph type="sldNum" idx="54"/>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56AAC73A-1BA2-4CA7-B2B6-F226DD9DE1C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15" name="PlaceHolder 4"/>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Trebuchet MS"/>
              </a:defRPr>
            </a:lvl1pPr>
          </a:lstStyle>
          <a:p>
            <a:pPr indent="0" algn="l">
              <a:lnSpc>
                <a:spcPct val="100000"/>
              </a:lnSpc>
              <a:buNone/>
              <a:tabLst>
                <a:tab pos="0" algn="l"/>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Arial"/>
            </a:endParaRPr>
          </a:p>
        </p:txBody>
      </p:sp>
      <p:sp>
        <p:nvSpPr>
          <p:cNvPr id="316" name="PlaceHolder 5"/>
          <p:cNvSpPr>
            <a:spLocks noGrp="1"/>
          </p:cNvSpPr>
          <p:nvPr>
            <p:ph type="body"/>
          </p:nvPr>
        </p:nvSpPr>
        <p:spPr>
          <a:xfrm>
            <a:off x="609480" y="1604520"/>
            <a:ext cx="10971000" cy="397584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chemeClr val="dk1">
                    <a:lumMod val="75000"/>
                    <a:lumOff val="25000"/>
                  </a:schemeClr>
                </a:solidFill>
                <a:effectLst/>
                <a:uFillTx/>
                <a:latin typeface="Trebuchet MS"/>
              </a:defRPr>
            </a:lvl1pPr>
            <a:lvl2pPr lvl="1" algn="l">
              <a:lnSpc>
                <a:spcPct val="100000"/>
              </a:lnSpc>
              <a:spcBef>
                <a:spcPts val="1134"/>
              </a:spcBef>
              <a:buClr>
                <a:srgbClr val="000000"/>
              </a:buClr>
              <a:buSzPct val="75000"/>
              <a:buFont typeface="Symbol" charset="2"/>
              <a:buChar char=""/>
              <a:defRPr lang="en-US" sz="1400" b="0" u="none" strike="noStrike">
                <a:solidFill>
                  <a:schemeClr val="dk1">
                    <a:lumMod val="75000"/>
                    <a:lumOff val="25000"/>
                  </a:schemeClr>
                </a:solidFill>
                <a:effectLst/>
                <a:uFillTx/>
                <a:latin typeface="Trebuchet MS"/>
              </a:defRPr>
            </a:lvl2pPr>
            <a:lvl3pPr lvl="2" algn="l">
              <a:lnSpc>
                <a:spcPct val="100000"/>
              </a:lnSpc>
              <a:spcBef>
                <a:spcPts val="850"/>
              </a:spcBef>
              <a:buClr>
                <a:srgbClr val="000000"/>
              </a:buClr>
              <a:buSzPct val="45000"/>
              <a:buFont typeface="Wingdings" charset="2"/>
              <a:buChar char=""/>
              <a:defRPr lang="en-US" sz="1200" b="0" u="none" strike="noStrike">
                <a:solidFill>
                  <a:schemeClr val="dk1">
                    <a:lumMod val="75000"/>
                    <a:lumOff val="25000"/>
                  </a:schemeClr>
                </a:solidFill>
                <a:effectLst/>
                <a:uFillTx/>
                <a:latin typeface="Trebuchet MS"/>
              </a:defRPr>
            </a:lvl3pPr>
            <a:lvl4pPr lvl="3" algn="l">
              <a:lnSpc>
                <a:spcPct val="100000"/>
              </a:lnSpc>
              <a:spcBef>
                <a:spcPts val="567"/>
              </a:spcBef>
              <a:buClr>
                <a:srgbClr val="000000"/>
              </a:buClr>
              <a:buSzPct val="75000"/>
              <a:buFont typeface="Symbol" charset="2"/>
              <a:buChar char=""/>
              <a:defRPr lang="en-US" sz="1200" b="0" u="none" strike="noStrike">
                <a:solidFill>
                  <a:schemeClr val="dk1">
                    <a:lumMod val="75000"/>
                    <a:lumOff val="25000"/>
                  </a:schemeClr>
                </a:solidFill>
                <a:effectLst/>
                <a:uFillTx/>
                <a:latin typeface="Trebuchet MS"/>
              </a:defRPr>
            </a:lvl4pPr>
            <a:lvl5pPr lvl="4" algn="l">
              <a:lnSpc>
                <a:spcPct val="100000"/>
              </a:lnSpc>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5pPr>
            <a:lvl6pPr lvl="5" algn="l">
              <a:lnSpc>
                <a:spcPct val="100000"/>
              </a:lnSpc>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6pPr>
            <a:lvl7pPr lvl="6" algn="l">
              <a:lnSpc>
                <a:spcPct val="100000"/>
              </a:lnSpc>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spTree>
      <p:nvGrpSpPr>
        <p:cNvPr id="1" name=""/>
        <p:cNvGrpSpPr/>
        <p:nvPr/>
      </p:nvGrpSpPr>
      <p:grpSpPr>
        <a:xfrm>
          <a:off x="0" y="0"/>
          <a:ext cx="0" cy="0"/>
          <a:chOff x="0" y="0"/>
          <a:chExt cx="0" cy="0"/>
        </a:xfrm>
      </p:grpSpPr>
      <p:sp>
        <p:nvSpPr>
          <p:cNvPr id="332" name="PlaceHolder 1"/>
          <p:cNvSpPr>
            <a:spLocks noGrp="1"/>
          </p:cNvSpPr>
          <p:nvPr>
            <p:ph type="title"/>
          </p:nvPr>
        </p:nvSpPr>
        <p:spPr>
          <a:xfrm>
            <a:off x="677160" y="956160"/>
            <a:ext cx="85950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33"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E7560702-386C-4000-AB8A-E4A7FA53DC95}"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350" name="PlaceHolder 1"/>
          <p:cNvSpPr>
            <a:spLocks noGrp="1"/>
          </p:cNvSpPr>
          <p:nvPr>
            <p:ph type="title"/>
          </p:nvPr>
        </p:nvSpPr>
        <p:spPr>
          <a:xfrm>
            <a:off x="677160" y="956160"/>
            <a:ext cx="85950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51" name="PlaceHolder 2"/>
          <p:cNvSpPr>
            <a:spLocks noGrp="1"/>
          </p:cNvSpPr>
          <p:nvPr>
            <p:ph/>
          </p:nvPr>
        </p:nvSpPr>
        <p:spPr>
          <a:xfrm>
            <a:off x="677160" y="2160720"/>
            <a:ext cx="8595000" cy="387900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17913B27-2DEE-4FBD-A90D-BE56E6F6E3E0}"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spTree>
      <p:nvGrpSpPr>
        <p:cNvPr id="1" name=""/>
        <p:cNvGrpSpPr/>
        <p:nvPr/>
      </p:nvGrpSpPr>
      <p:grpSpPr>
        <a:xfrm>
          <a:off x="0" y="0"/>
          <a:ext cx="0" cy="0"/>
          <a:chOff x="0" y="0"/>
          <a:chExt cx="0" cy="0"/>
        </a:xfrm>
      </p:grpSpPr>
      <p:sp>
        <p:nvSpPr>
          <p:cNvPr id="352" name="PlaceHolder 1"/>
          <p:cNvSpPr>
            <a:spLocks noGrp="1"/>
          </p:cNvSpPr>
          <p:nvPr>
            <p:ph type="title"/>
          </p:nvPr>
        </p:nvSpPr>
        <p:spPr>
          <a:xfrm>
            <a:off x="677160" y="956160"/>
            <a:ext cx="85950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53"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575C10A9-4AB8-4C87-9323-DF038250670B}"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354" name="PlaceHolder 1"/>
          <p:cNvSpPr>
            <a:spLocks noGrp="1"/>
          </p:cNvSpPr>
          <p:nvPr>
            <p:ph type="title"/>
          </p:nvPr>
        </p:nvSpPr>
        <p:spPr>
          <a:xfrm>
            <a:off x="677160" y="956160"/>
            <a:ext cx="85950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55" name="PlaceHolder 2"/>
          <p:cNvSpPr>
            <a:spLocks noGrp="1"/>
          </p:cNvSpPr>
          <p:nvPr>
            <p:ph/>
          </p:nvPr>
        </p:nvSpPr>
        <p:spPr>
          <a:xfrm>
            <a:off x="677160" y="2160720"/>
            <a:ext cx="8595000" cy="387900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AB3178C7-A42A-48EA-9816-E0A3276712FB}" type="slidenum">
              <a:t>&lt;#&gt;</a:t>
            </a:fld>
          </a:p>
        </p:txBody>
      </p:sp>
      <p:sp>
        <p:nvSpPr>
          <p:cNvPr id="6" name="PlaceHolder 5"/>
          <p:cNvSpPr>
            <a:spLocks noGrp="1"/>
          </p:cNvSpPr>
          <p:nvPr>
            <p:ph type="dt" idx="6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320" cy="6868080"/>
            <a:chOff x="0" y="-8640"/>
            <a:chExt cx="12190320" cy="6868080"/>
          </a:xfrm>
        </p:grpSpPr>
        <p:cxnSp>
          <p:nvCxnSpPr>
            <p:cNvPr id="3" name="Straight Connector 19"/>
            <p:cNvCxnSpPr/>
            <p:nvPr/>
          </p:nvCxnSpPr>
          <p:spPr>
            <a:xfrm>
              <a:off x="9370800" y="0"/>
              <a:ext cx="1221120" cy="6859800"/>
            </a:xfrm>
            <a:prstGeom prst="straightConnector1">
              <a:avLst/>
            </a:prstGeom>
            <a:ln cap="rnd" w="9525">
              <a:solidFill>
                <a:srgbClr val="BFBFBF"/>
              </a:solidFill>
              <a:round/>
            </a:ln>
          </p:spPr>
        </p:cxnSp>
        <p:cxnSp>
          <p:nvCxnSpPr>
            <p:cNvPr id="4"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5"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9"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grpSp>
        <p:nvGrpSpPr>
          <p:cNvPr id="13" name="Group 6"/>
          <p:cNvGrpSpPr/>
          <p:nvPr/>
        </p:nvGrpSpPr>
        <p:grpSpPr>
          <a:xfrm>
            <a:off x="1800" y="-8640"/>
            <a:ext cx="12188520" cy="6868080"/>
            <a:chOff x="1800" y="-8640"/>
            <a:chExt cx="12188520" cy="6868080"/>
          </a:xfrm>
        </p:grpSpPr>
        <p:cxnSp>
          <p:nvCxnSpPr>
            <p:cNvPr id="14" name="Straight Connector 31"/>
            <p:cNvCxnSpPr/>
            <p:nvPr/>
          </p:nvCxnSpPr>
          <p:spPr>
            <a:xfrm>
              <a:off x="9370800" y="0"/>
              <a:ext cx="1221120" cy="6859800"/>
            </a:xfrm>
            <a:prstGeom prst="straightConnector1">
              <a:avLst/>
            </a:prstGeom>
            <a:ln cap="rnd" w="9525">
              <a:solidFill>
                <a:srgbClr val="BFBFBF"/>
              </a:solidFill>
              <a:round/>
            </a:ln>
          </p:spPr>
        </p:cxnSp>
        <p:cxnSp>
          <p:nvCxnSpPr>
            <p:cNvPr id="15"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 name="Isosceles Triangle 18"/>
            <p:cNvSpPr/>
            <p:nvPr/>
          </p:nvSpPr>
          <p:spPr>
            <a:xfrm rot="10800000">
              <a:off x="1800" y="1800"/>
              <a:ext cx="840960" cy="566424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5" name="PlaceHolder 2"/>
          <p:cNvSpPr>
            <a:spLocks noGrp="1"/>
          </p:cNvSpPr>
          <p:nvPr>
            <p:ph type="ftr" idx="1"/>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26" name="PlaceHolder 3"/>
          <p:cNvSpPr>
            <a:spLocks noGrp="1"/>
          </p:cNvSpPr>
          <p:nvPr>
            <p:ph type="sldNum" idx="2"/>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1C1F039D-3D4B-4BA6-A451-8C67C26181EA}" type="slidenum">
              <a:rPr lang="en-IN" sz="900" b="0" u="none" strike="noStrike">
                <a:solidFill>
                  <a:schemeClr val="accent1"/>
                </a:solidFill>
                <a:effectLst/>
                <a:uFillTx/>
                <a:latin typeface="Trebuchet MS"/>
              </a:rPr>
              <a:t>13</a:t>
            </a:fld>
            <a:endParaRPr lang="en-US" sz="900" b="0" u="none" strike="noStrike">
              <a:solidFill>
                <a:srgbClr val="000000"/>
              </a:solidFill>
              <a:effectLst/>
              <a:uFillTx/>
              <a:latin typeface="Times New Roman"/>
            </a:endParaRPr>
          </a:p>
        </p:txBody>
      </p:sp>
      <p:sp>
        <p:nvSpPr>
          <p:cNvPr id="27" name="PlaceHolder 4"/>
          <p:cNvSpPr>
            <a:spLocks noGrp="1"/>
          </p:cNvSpPr>
          <p:nvPr>
            <p:ph type="dt" idx="3"/>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0320" cy="6868080"/>
            <a:chOff x="0" y="-8640"/>
            <a:chExt cx="12190320" cy="6868080"/>
          </a:xfrm>
        </p:grpSpPr>
        <p:cxnSp>
          <p:nvCxnSpPr>
            <p:cNvPr id="252" name="Straight Connector 19"/>
            <p:cNvCxnSpPr/>
            <p:nvPr/>
          </p:nvCxnSpPr>
          <p:spPr>
            <a:xfrm>
              <a:off x="9370800" y="0"/>
              <a:ext cx="1221120" cy="6859800"/>
            </a:xfrm>
            <a:prstGeom prst="straightConnector1">
              <a:avLst/>
            </a:prstGeom>
            <a:ln cap="rnd" w="9525">
              <a:solidFill>
                <a:srgbClr val="BFBFBF"/>
              </a:solidFill>
              <a:round/>
            </a:ln>
          </p:spPr>
        </p:cxnSp>
        <p:cxnSp>
          <p:nvCxnSpPr>
            <p:cNvPr id="253"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5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5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5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61"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63" name="PlaceHolder 2"/>
          <p:cNvSpPr>
            <a:spLocks noGrp="1"/>
          </p:cNvSpPr>
          <p:nvPr>
            <p:ph type="ftr" idx="43"/>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64" name="PlaceHolder 3"/>
          <p:cNvSpPr>
            <a:spLocks noGrp="1"/>
          </p:cNvSpPr>
          <p:nvPr>
            <p:ph type="sldNum" idx="44"/>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1AFE53F3-9999-4F05-AD9B-1EF253CCAAB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65" name="PlaceHolder 4"/>
          <p:cNvSpPr>
            <a:spLocks noGrp="1"/>
          </p:cNvSpPr>
          <p:nvPr>
            <p:ph type="dt" idx="45"/>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0320" cy="6868080"/>
            <a:chOff x="0" y="-8640"/>
            <a:chExt cx="12190320" cy="6868080"/>
          </a:xfrm>
        </p:grpSpPr>
        <p:cxnSp>
          <p:nvCxnSpPr>
            <p:cNvPr id="269" name="Straight Connector 19"/>
            <p:cNvCxnSpPr/>
            <p:nvPr/>
          </p:nvCxnSpPr>
          <p:spPr>
            <a:xfrm>
              <a:off x="9370800" y="0"/>
              <a:ext cx="1221120" cy="6859800"/>
            </a:xfrm>
            <a:prstGeom prst="straightConnector1">
              <a:avLst/>
            </a:prstGeom>
            <a:ln cap="rnd" w="9525">
              <a:solidFill>
                <a:srgbClr val="BFBFBF"/>
              </a:solidFill>
              <a:round/>
            </a:ln>
          </p:spPr>
        </p:cxnSp>
        <p:cxnSp>
          <p:nvCxnSpPr>
            <p:cNvPr id="270"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7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7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7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8"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80" name="PlaceHolder 2"/>
          <p:cNvSpPr>
            <a:spLocks noGrp="1"/>
          </p:cNvSpPr>
          <p:nvPr>
            <p:ph type="ftr" idx="46"/>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281" name="PlaceHolder 3"/>
          <p:cNvSpPr>
            <a:spLocks noGrp="1"/>
          </p:cNvSpPr>
          <p:nvPr>
            <p:ph type="sldNum" idx="47"/>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A8FF4220-284E-49B0-B26A-CF5DE20A934B}"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282" name="PlaceHolder 4"/>
          <p:cNvSpPr>
            <a:spLocks noGrp="1"/>
          </p:cNvSpPr>
          <p:nvPr>
            <p:ph type="dt" idx="48"/>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7" name="Group 6"/>
          <p:cNvGrpSpPr/>
          <p:nvPr/>
        </p:nvGrpSpPr>
        <p:grpSpPr>
          <a:xfrm>
            <a:off x="0" y="-8640"/>
            <a:ext cx="12190320" cy="6868080"/>
            <a:chOff x="0" y="-8640"/>
            <a:chExt cx="12190320" cy="6868080"/>
          </a:xfrm>
        </p:grpSpPr>
        <p:cxnSp>
          <p:nvCxnSpPr>
            <p:cNvPr id="318" name="Straight Connector 19"/>
            <p:cNvCxnSpPr/>
            <p:nvPr/>
          </p:nvCxnSpPr>
          <p:spPr>
            <a:xfrm>
              <a:off x="9370800" y="0"/>
              <a:ext cx="1221120" cy="6859800"/>
            </a:xfrm>
            <a:prstGeom prst="straightConnector1">
              <a:avLst/>
            </a:prstGeom>
            <a:ln cap="rnd" w="9525">
              <a:solidFill>
                <a:srgbClr val="BFBFBF"/>
              </a:solidFill>
              <a:round/>
            </a:ln>
          </p:spPr>
        </p:cxnSp>
        <p:cxnSp>
          <p:nvCxnSpPr>
            <p:cNvPr id="319"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20"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1"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2"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3"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4"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5"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6"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7"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28"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29" name="PlaceHolder 2"/>
          <p:cNvSpPr>
            <a:spLocks noGrp="1"/>
          </p:cNvSpPr>
          <p:nvPr>
            <p:ph type="ftr" idx="55"/>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30" name="PlaceHolder 3"/>
          <p:cNvSpPr>
            <a:spLocks noGrp="1"/>
          </p:cNvSpPr>
          <p:nvPr>
            <p:ph type="sldNum" idx="56"/>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8B61A006-EAC0-4BCD-A890-96ECB6D6504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31" name="PlaceHolder 4"/>
          <p:cNvSpPr>
            <a:spLocks noGrp="1"/>
          </p:cNvSpPr>
          <p:nvPr>
            <p:ph type="dt" idx="57"/>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2"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34" name="Group 6"/>
          <p:cNvGrpSpPr/>
          <p:nvPr/>
        </p:nvGrpSpPr>
        <p:grpSpPr>
          <a:xfrm>
            <a:off x="0" y="-8640"/>
            <a:ext cx="12190320" cy="6868080"/>
            <a:chOff x="0" y="-8640"/>
            <a:chExt cx="12190320" cy="6868080"/>
          </a:xfrm>
        </p:grpSpPr>
        <p:cxnSp>
          <p:nvCxnSpPr>
            <p:cNvPr id="335" name="Straight Connector 19"/>
            <p:cNvCxnSpPr/>
            <p:nvPr/>
          </p:nvCxnSpPr>
          <p:spPr>
            <a:xfrm>
              <a:off x="9370800" y="0"/>
              <a:ext cx="1221120" cy="6859800"/>
            </a:xfrm>
            <a:prstGeom prst="straightConnector1">
              <a:avLst/>
            </a:prstGeom>
            <a:ln cap="rnd" w="9525">
              <a:solidFill>
                <a:srgbClr val="BFBFBF"/>
              </a:solidFill>
              <a:round/>
            </a:ln>
          </p:spPr>
        </p:cxnSp>
        <p:cxnSp>
          <p:nvCxnSpPr>
            <p:cNvPr id="336"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37"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38"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39"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40"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41"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2"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3"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4"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45"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46" name="PlaceHolder 2"/>
          <p:cNvSpPr>
            <a:spLocks noGrp="1"/>
          </p:cNvSpPr>
          <p:nvPr>
            <p:ph type="body"/>
          </p:nvPr>
        </p:nvSpPr>
        <p:spPr>
          <a:xfrm>
            <a:off x="677160" y="2160720"/>
            <a:ext cx="8595000" cy="387900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47" name="PlaceHolder 3"/>
          <p:cNvSpPr>
            <a:spLocks noGrp="1"/>
          </p:cNvSpPr>
          <p:nvPr>
            <p:ph type="ftr" idx="58"/>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48" name="PlaceHolder 4"/>
          <p:cNvSpPr>
            <a:spLocks noGrp="1"/>
          </p:cNvSpPr>
          <p:nvPr>
            <p:ph type="sldNum" idx="59"/>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4AE2100C-2A1D-4C07-9F4D-44850778525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49" name="PlaceHolder 5"/>
          <p:cNvSpPr>
            <a:spLocks noGrp="1"/>
          </p:cNvSpPr>
          <p:nvPr>
            <p:ph type="dt" idx="60"/>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4" r:id="rId3"/>
    <p:sldLayoutId id="2147483675" r:id="rId4"/>
    <p:sldLayoutId id="2147483676"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1371600" y="301680"/>
            <a:ext cx="7692840" cy="1068480"/>
          </a:xfrm>
          <a:prstGeom prst="rect">
            <a:avLst/>
          </a:prstGeom>
          <a:noFill/>
          <a:ln w="0">
            <a:noFill/>
          </a:ln>
        </p:spPr>
        <p:txBody>
          <a:bodyPr lIns="91440" tIns="45720" rIns="91440" bIns="45720" anchor="b">
            <a:normAutofit fontScale="92500" lnSpcReduction="9999"/>
          </a:bodyPr>
          <a:p>
            <a:pPr indent="0" algn="ctr" defTabSz="457200">
              <a:lnSpc>
                <a:spcPct val="100000"/>
              </a:lnSpc>
              <a:spcBef>
                <a:spcPts val="1191"/>
              </a:spcBef>
              <a:spcAft>
                <a:spcPts val="992"/>
              </a:spcAft>
              <a:buNone/>
              <a:tabLst>
                <a:tab pos="0" algn="l"/>
              </a:tabLst>
            </a:pPr>
            <a:r>
              <a:rPr lang="en-IN" sz="3200" b="1" u="none" strike="noStrike">
                <a:solidFill>
                  <a:schemeClr val="dk1">
                    <a:lumMod val="85000"/>
                    <a:lumOff val="15000"/>
                  </a:schemeClr>
                </a:solidFill>
                <a:effectLst/>
                <a:uFillTx/>
                <a:latin typeface="Trebuchet MS"/>
              </a:rPr>
              <a:t>Penguide A Lightweight Local AI Agent for Secure Linux Command Assistance</a:t>
            </a:r>
            <a:endParaRPr lang="en-US" sz="3200" b="0" u="none" strike="noStrike">
              <a:solidFill>
                <a:srgbClr val="000000"/>
              </a:solidFill>
              <a:effectLst/>
              <a:uFillTx/>
              <a:latin typeface="Arial"/>
            </a:endParaRPr>
          </a:p>
        </p:txBody>
      </p:sp>
      <p:sp>
        <p:nvSpPr>
          <p:cNvPr id="363" name="PlaceHolder 2"/>
          <p:cNvSpPr>
            <a:spLocks noGrp="1"/>
          </p:cNvSpPr>
          <p:nvPr>
            <p:ph type="subTitle"/>
          </p:nvPr>
        </p:nvSpPr>
        <p:spPr>
          <a:xfrm>
            <a:off x="2081880" y="2558520"/>
            <a:ext cx="8500320" cy="2828880"/>
          </a:xfrm>
          <a:prstGeom prst="rect">
            <a:avLst/>
          </a:prstGeom>
          <a:noFill/>
          <a:ln w="0">
            <a:noFill/>
          </a:ln>
        </p:spPr>
        <p:txBody>
          <a:bodyPr lIns="91440" tIns="45720" rIns="91440" bIns="45720" anchor="t">
            <a:normAutofit/>
          </a:bodyPr>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TEAM MEMBERS :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Vinisha. K   ( 620822205119 )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Thirisha. S ( 620822205115 )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Rethika. T  ( 620822205086 )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Yuvasri. S   ( 620822205124 )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GUIDE : MRS, Gayathri. M, AP/IT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0" y="228600"/>
            <a:ext cx="8595000" cy="4564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Abstract</a:t>
            </a:r>
            <a:endParaRPr lang="en-US" sz="2800" b="0" u="none" strike="noStrike">
              <a:solidFill>
                <a:srgbClr val="000000"/>
              </a:solidFill>
              <a:effectLst/>
              <a:uFillTx/>
              <a:latin typeface="Arial"/>
            </a:endParaRPr>
          </a:p>
        </p:txBody>
      </p:sp>
      <p:sp>
        <p:nvSpPr>
          <p:cNvPr id="365" name="PlaceHolder 2"/>
          <p:cNvSpPr>
            <a:spLocks noGrp="1"/>
          </p:cNvSpPr>
          <p:nvPr>
            <p:ph/>
          </p:nvPr>
        </p:nvSpPr>
        <p:spPr>
          <a:xfrm>
            <a:off x="328320" y="685800"/>
            <a:ext cx="9272160" cy="4792680"/>
          </a:xfrm>
          <a:prstGeom prst="rect">
            <a:avLst/>
          </a:prstGeom>
          <a:noFill/>
          <a:ln w="0">
            <a:noFill/>
          </a:ln>
        </p:spPr>
        <p:txBody>
          <a:bodyPr lIns="91440" tIns="45720" rIns="91440" bIns="45720" anchor="t">
            <a:noAutofit/>
          </a:bodyPr>
          <a:p>
            <a:pPr marL="343080" indent="0" algn="l" defTabSz="457200">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The rapid adoption of AI-assisted development tools has significantly improved productivity, but most existing solutions depend on cloud-based large language models, raising concerns related to privacy, security, latency, and system control. This project presents penguide, a lightweight local AI command agent designed specifically for Linux environments.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penguide interprets natural language user input and executes safe, unprivileged system commands locally without requiring internet-based inference or elevated permissions.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 The system follows a strict modular architecture separating reasoning, policy enforcement, and execution, ensuring deterministic behavior and enhanced security.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By combining a local large language model with a constrained command execution framework, penguide demonstrates how AI can be integrated into operating systems as a reliable, privacy-preserving assistant rather than an opaque black-box service.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1800" y="228600"/>
            <a:ext cx="8595000" cy="685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 Introduction</a:t>
            </a:r>
            <a:endParaRPr lang="en-US" sz="2800" b="0" u="none" strike="noStrike">
              <a:solidFill>
                <a:srgbClr val="000000"/>
              </a:solidFill>
              <a:effectLst/>
              <a:uFillTx/>
              <a:latin typeface="Arial"/>
            </a:endParaRPr>
          </a:p>
        </p:txBody>
      </p:sp>
      <p:sp>
        <p:nvSpPr>
          <p:cNvPr id="367" name="PlaceHolder 2"/>
          <p:cNvSpPr>
            <a:spLocks noGrp="1"/>
          </p:cNvSpPr>
          <p:nvPr>
            <p:ph/>
          </p:nvPr>
        </p:nvSpPr>
        <p:spPr>
          <a:xfrm>
            <a:off x="228600" y="1143720"/>
            <a:ext cx="9038160" cy="365616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Linux systems are widely used in development, cybersecurity, cloud infrastructure, and research environments due to their flexibility and control.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Interacting with Linux systems effectively requires strong command-line knowledge, which can be challenging for beginners and time-consuming even for experienced users.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 recent AI assistants aim to bridge this gap, but most rely on cloud platforms, continuous connectivity, and unrestricted execution models. These approaches introduce risks such as data leakage, unpredictable behavior, and lack of system accountability.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an alternative approach: a local, rule-driven AI agent that operates entirely within the user’s system and respects traditional Unix design principles.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1800" y="228600"/>
            <a:ext cx="8595000" cy="685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 Problem Statement :</a:t>
            </a:r>
            <a:endParaRPr lang="en-US" sz="2800" b="0" u="none" strike="noStrike">
              <a:solidFill>
                <a:srgbClr val="000000"/>
              </a:solidFill>
              <a:effectLst/>
              <a:uFillTx/>
              <a:latin typeface="Arial"/>
            </a:endParaRPr>
          </a:p>
        </p:txBody>
      </p:sp>
      <p:sp>
        <p:nvSpPr>
          <p:cNvPr id="369" name="PlaceHolder 2"/>
          <p:cNvSpPr>
            <a:spLocks noGrp="1"/>
          </p:cNvSpPr>
          <p:nvPr>
            <p:ph/>
          </p:nvPr>
        </p:nvSpPr>
        <p:spPr>
          <a:xfrm>
            <a:off x="228600" y="1143720"/>
            <a:ext cx="9038160" cy="365616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Existing AI-powered assistants for system interaction suffer from several critical limitations. Most tools are cloud-dependent, creating privacy and reliability concerns.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 Many systems execute commands without sufficient restrictions, leading to potential security risks such as privilege escalation or destructive operations.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Additionally, AI assistants often behave like conversational chatbots, producing verbose explanations instead of actionable outputs, which reduces efficiency in real system workflows.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There is a lack of lightweight, locally deployable AI agents that can safely assist with Linux command execution while maintaining strict control over system behavior.</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0" y="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371" name="PlaceHolder 2"/>
          <p:cNvSpPr>
            <a:spLocks noGrp="1"/>
          </p:cNvSpPr>
          <p:nvPr>
            <p:ph/>
          </p:nvPr>
        </p:nvSpPr>
        <p:spPr>
          <a:xfrm>
            <a:off x="677160" y="1045440"/>
            <a:ext cx="8595000" cy="443952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primary objective of this project is to design and implement a secure, efficient, and local AI-based Linux command assistant. The system aims to:</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Enable natural language interaction with Linux commands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 only safe, unprivileged system operations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Eliminate cloud dependency and preserve user privacy</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Follow a deterministic, single-action execution model</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Maintain modularity for extensibility and auditability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25560" y="0"/>
            <a:ext cx="8254440" cy="685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Arial"/>
            </a:endParaRPr>
          </a:p>
        </p:txBody>
      </p:sp>
      <p:sp>
        <p:nvSpPr>
          <p:cNvPr id="373" name="PlaceHolder 2"/>
          <p:cNvSpPr>
            <a:spLocks noGrp="1"/>
          </p:cNvSpPr>
          <p:nvPr>
            <p:ph/>
          </p:nvPr>
        </p:nvSpPr>
        <p:spPr>
          <a:xfrm>
            <a:off x="376920" y="727200"/>
            <a:ext cx="8080560" cy="27010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Most existing AI assistants for system interaction operate as: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Cloud-hosted AI services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General-purpose conversational chatbots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Tools with unrestricted command execution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Examples include cloud IDE assistants, web-based AI shells, and remote AI agents.</a:t>
            </a:r>
            <a:endParaRPr lang="en-US" sz="1800" b="0" u="none" strike="noStrike">
              <a:solidFill>
                <a:srgbClr val="000000"/>
              </a:solidFill>
              <a:effectLst/>
              <a:uFillTx/>
              <a:latin typeface="Arial"/>
            </a:endParaRPr>
          </a:p>
        </p:txBody>
      </p:sp>
      <p:sp>
        <p:nvSpPr>
          <p:cNvPr id="374" name="Rectangle 3"/>
          <p:cNvSpPr/>
          <p:nvPr/>
        </p:nvSpPr>
        <p:spPr>
          <a:xfrm>
            <a:off x="-72000" y="3570120"/>
            <a:ext cx="3500280" cy="644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Arial"/>
            </a:endParaRPr>
          </a:p>
        </p:txBody>
      </p:sp>
      <p:sp>
        <p:nvSpPr>
          <p:cNvPr id="375" name="Content Placeholder 1"/>
          <p:cNvSpPr/>
          <p:nvPr/>
        </p:nvSpPr>
        <p:spPr>
          <a:xfrm>
            <a:off x="376920" y="4215240"/>
            <a:ext cx="8080560" cy="270108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Dependence on internet connectivity</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Exposure of system data to third-party servers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latency and inconsistent response times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Risk of executing unsafe or privileged commands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Excessive explanations instead of direct results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137520" y="51840"/>
            <a:ext cx="8595000" cy="6332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Arial"/>
            </a:endParaRPr>
          </a:p>
        </p:txBody>
      </p:sp>
      <p:sp>
        <p:nvSpPr>
          <p:cNvPr id="377" name="PlaceHolder 2"/>
          <p:cNvSpPr>
            <a:spLocks noGrp="1"/>
          </p:cNvSpPr>
          <p:nvPr>
            <p:ph/>
          </p:nvPr>
        </p:nvSpPr>
        <p:spPr>
          <a:xfrm>
            <a:off x="228600" y="945720"/>
            <a:ext cx="8595000" cy="271116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penguide is a local AI command agent that: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Runs entirely on the user’s machine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Uses a local large language model for reasoning</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Enforces strict command allowlists and policies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Executes at most one command per request</a:t>
            </a:r>
            <a:endParaRPr lang="en-US" sz="1800" b="0" u="none" strike="noStrike">
              <a:solidFill>
                <a:srgbClr val="000000"/>
              </a:solidFill>
              <a:effectLst/>
              <a:uFillTx/>
              <a:latin typeface="Arial"/>
            </a:endParaRPr>
          </a:p>
        </p:txBody>
      </p:sp>
      <p:sp>
        <p:nvSpPr>
          <p:cNvPr id="378" name="Rectangle 4"/>
          <p:cNvSpPr/>
          <p:nvPr/>
        </p:nvSpPr>
        <p:spPr>
          <a:xfrm>
            <a:off x="78840" y="3560400"/>
            <a:ext cx="3120840" cy="644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Arial"/>
            </a:endParaRPr>
          </a:p>
        </p:txBody>
      </p:sp>
      <p:sp>
        <p:nvSpPr>
          <p:cNvPr id="379" name="Content Placeholder 4"/>
          <p:cNvSpPr/>
          <p:nvPr/>
        </p:nvSpPr>
        <p:spPr>
          <a:xfrm>
            <a:off x="319680" y="4206960"/>
            <a:ext cx="8595000" cy="265032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Complete data privacy and offline capability</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Deterministic and predictable behavior</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Strong security through command restrictions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Fast execution with minimal overhead</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Scriptable and automation-friendly design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0" y="20520"/>
            <a:ext cx="9599760" cy="6638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Arial"/>
            </a:endParaRPr>
          </a:p>
        </p:txBody>
      </p:sp>
      <p:sp>
        <p:nvSpPr>
          <p:cNvPr id="381" name=""/>
          <p:cNvSpPr/>
          <p:nvPr/>
        </p:nvSpPr>
        <p:spPr>
          <a:xfrm>
            <a:off x="3200400" y="4800600"/>
            <a:ext cx="3427560" cy="68436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Shell Execution</a:t>
            </a:r>
            <a:endParaRPr lang="en-US" sz="1800" b="0" u="none" strike="noStrike">
              <a:solidFill>
                <a:srgbClr val="FFFFFF"/>
              </a:solidFill>
              <a:effectLst/>
              <a:uFillTx/>
              <a:latin typeface="Arial"/>
            </a:endParaRPr>
          </a:p>
        </p:txBody>
      </p:sp>
      <p:sp>
        <p:nvSpPr>
          <p:cNvPr id="382" name=""/>
          <p:cNvSpPr/>
          <p:nvPr/>
        </p:nvSpPr>
        <p:spPr>
          <a:xfrm>
            <a:off x="3200400" y="3886200"/>
            <a:ext cx="3427560" cy="68436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Policy Engine</a:t>
            </a:r>
            <a:endParaRPr lang="en-US" sz="1800" b="0" u="none" strike="noStrike">
              <a:solidFill>
                <a:srgbClr val="000000"/>
              </a:solidFill>
              <a:effectLst/>
              <a:uFillTx/>
              <a:latin typeface="Arial"/>
            </a:endParaRPr>
          </a:p>
        </p:txBody>
      </p:sp>
      <p:sp>
        <p:nvSpPr>
          <p:cNvPr id="383" name=""/>
          <p:cNvSpPr/>
          <p:nvPr/>
        </p:nvSpPr>
        <p:spPr>
          <a:xfrm>
            <a:off x="3200400" y="2971800"/>
            <a:ext cx="3427560" cy="68436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AI Agent (LLM)</a:t>
            </a:r>
            <a:endParaRPr lang="en-US" sz="1800" b="0" u="none" strike="noStrike">
              <a:solidFill>
                <a:srgbClr val="000000"/>
              </a:solidFill>
              <a:effectLst/>
              <a:uFillTx/>
              <a:latin typeface="Arial"/>
            </a:endParaRPr>
          </a:p>
        </p:txBody>
      </p:sp>
      <p:sp>
        <p:nvSpPr>
          <p:cNvPr id="384" name=""/>
          <p:cNvSpPr/>
          <p:nvPr/>
        </p:nvSpPr>
        <p:spPr>
          <a:xfrm>
            <a:off x="3200400" y="2057400"/>
            <a:ext cx="3427560" cy="684360"/>
          </a:xfrm>
          <a:prstGeom prst="roundRect">
            <a:avLst>
              <a:gd name="adj" fmla="val 16667"/>
            </a:avLst>
          </a:prstGeom>
          <a:solidFill>
            <a:srgbClr val="FFFF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Orchestrator</a:t>
            </a:r>
            <a:endParaRPr lang="en-US" sz="1800" b="0" u="none" strike="noStrike">
              <a:solidFill>
                <a:srgbClr val="000000"/>
              </a:solidFill>
              <a:effectLst/>
              <a:uFillTx/>
              <a:latin typeface="Arial"/>
            </a:endParaRPr>
          </a:p>
        </p:txBody>
      </p:sp>
      <p:sp>
        <p:nvSpPr>
          <p:cNvPr id="385" name=""/>
          <p:cNvSpPr/>
          <p:nvPr/>
        </p:nvSpPr>
        <p:spPr>
          <a:xfrm>
            <a:off x="3200400" y="1143000"/>
            <a:ext cx="3427560" cy="68436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User Input</a:t>
            </a:r>
            <a:endParaRPr lang="en-US" sz="1800" b="0" u="none" strike="noStrike">
              <a:solidFill>
                <a:srgbClr val="FFFFFF"/>
              </a:solidFill>
              <a:effectLst/>
              <a:uFillTx/>
              <a:latin typeface="Arial"/>
            </a:endParaRPr>
          </a:p>
        </p:txBody>
      </p:sp>
      <p:sp>
        <p:nvSpPr>
          <p:cNvPr id="386" name=""/>
          <p:cNvSpPr/>
          <p:nvPr/>
        </p:nvSpPr>
        <p:spPr>
          <a:xfrm>
            <a:off x="3200400" y="5715000"/>
            <a:ext cx="3427560" cy="68436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Output</a:t>
            </a:r>
            <a:endParaRPr lang="en-US" sz="1800" b="0" u="none" strike="noStrike">
              <a:solidFill>
                <a:srgbClr val="000000"/>
              </a:solidFill>
              <a:effectLst/>
              <a:uFillTx/>
              <a:latin typeface="Arial"/>
            </a:endParaRPr>
          </a:p>
        </p:txBody>
      </p:sp>
      <p:sp>
        <p:nvSpPr>
          <p:cNvPr id="387" name=""/>
          <p:cNvSpPr/>
          <p:nvPr/>
        </p:nvSpPr>
        <p:spPr>
          <a:xfrm>
            <a:off x="4800600" y="5486400"/>
            <a:ext cx="360" cy="22860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88" name=""/>
          <p:cNvSpPr/>
          <p:nvPr/>
        </p:nvSpPr>
        <p:spPr>
          <a:xfrm>
            <a:off x="4800600" y="4572000"/>
            <a:ext cx="360" cy="22860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89" name=""/>
          <p:cNvSpPr/>
          <p:nvPr/>
        </p:nvSpPr>
        <p:spPr>
          <a:xfrm>
            <a:off x="4800600" y="3657240"/>
            <a:ext cx="360" cy="22860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90" name=""/>
          <p:cNvSpPr/>
          <p:nvPr/>
        </p:nvSpPr>
        <p:spPr>
          <a:xfrm>
            <a:off x="4800600" y="2743200"/>
            <a:ext cx="360" cy="22860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91" name=""/>
          <p:cNvSpPr/>
          <p:nvPr/>
        </p:nvSpPr>
        <p:spPr>
          <a:xfrm>
            <a:off x="4800600" y="1828800"/>
            <a:ext cx="360" cy="22860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43560" y="15624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393" name="PlaceHolder 2"/>
          <p:cNvSpPr>
            <a:spLocks noGrp="1"/>
          </p:cNvSpPr>
          <p:nvPr>
            <p:ph/>
          </p:nvPr>
        </p:nvSpPr>
        <p:spPr>
          <a:xfrm>
            <a:off x="266400" y="205560"/>
            <a:ext cx="8595000" cy="619560"/>
          </a:xfrm>
          <a:prstGeom prst="rect">
            <a:avLst/>
          </a:prstGeom>
          <a:noFill/>
          <a:ln w="0">
            <a:noFill/>
          </a:ln>
        </p:spPr>
        <p:txBody>
          <a:bodyPr lIns="91440" tIns="45720" rIns="91440" bIns="45720" anchor="t">
            <a:normAutofit fontScale="25000" lnSpcReduction="19999"/>
          </a:bodyPr>
          <a:p>
            <a:pPr marL="343080" indent="-343080" algn="just" defTabSz="457200">
              <a:lnSpc>
                <a:spcPct val="150000"/>
              </a:lnSpc>
              <a:spcBef>
                <a:spcPts val="1001"/>
              </a:spcBef>
              <a:buNone/>
              <a:tabLst>
                <a:tab pos="0" algn="l"/>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Arial"/>
            </a:endParaRPr>
          </a:p>
          <a:p>
            <a:pPr marL="343080" indent="0" algn="just" defTabSz="457200">
              <a:lnSpc>
                <a:spcPct val="150000"/>
              </a:lnSpc>
              <a:spcBef>
                <a:spcPts val="1001"/>
              </a:spcBef>
              <a:buNone/>
              <a:tabLst>
                <a:tab pos="0" algn="l"/>
              </a:tabLst>
            </a:pPr>
            <a:endParaRPr lang="en-US" sz="1800" b="0" u="none" strike="noStrike">
              <a:solidFill>
                <a:srgbClr val="000000"/>
              </a:solidFill>
              <a:effectLst/>
              <a:uFillTx/>
              <a:latin typeface="Arial"/>
            </a:endParaRPr>
          </a:p>
        </p:txBody>
      </p:sp>
      <p:sp>
        <p:nvSpPr>
          <p:cNvPr id="394" name="Rectangle 4"/>
          <p:cNvSpPr/>
          <p:nvPr/>
        </p:nvSpPr>
        <p:spPr>
          <a:xfrm>
            <a:off x="275760" y="3599280"/>
            <a:ext cx="3030120" cy="644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395" name="Content Placeholder 5"/>
          <p:cNvSpPr/>
          <p:nvPr/>
        </p:nvSpPr>
        <p:spPr>
          <a:xfrm>
            <a:off x="677520" y="1371600"/>
            <a:ext cx="8595000" cy="342756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Command-Line Interface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Agent Reasoning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Policy and Security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Shell Execution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Output Management Module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282600" y="156240"/>
            <a:ext cx="8595000" cy="52956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3600" b="0" u="none" strike="noStrike">
                <a:solidFill>
                  <a:schemeClr val="dk1"/>
                </a:solidFill>
                <a:effectLst/>
                <a:uFillTx/>
                <a:latin typeface="Trebuchet MS"/>
              </a:rPr>
              <a:t>MODULE 1: Command-Line Interface </a:t>
            </a:r>
            <a:br>
              <a:rPr sz="3600"/>
            </a:br>
            <a:endParaRPr lang="en-US" sz="3600" b="1" u="none" strike="noStrike">
              <a:solidFill>
                <a:srgbClr val="000000"/>
              </a:solidFill>
              <a:effectLst/>
              <a:uFillTx/>
              <a:latin typeface="Arial"/>
            </a:endParaRPr>
          </a:p>
        </p:txBody>
      </p:sp>
      <p:sp>
        <p:nvSpPr>
          <p:cNvPr id="397" name="PlaceHolder 2"/>
          <p:cNvSpPr>
            <a:spLocks noGrp="1"/>
          </p:cNvSpPr>
          <p:nvPr>
            <p:ph/>
          </p:nvPr>
        </p:nvSpPr>
        <p:spPr>
          <a:xfrm>
            <a:off x="776160" y="1143000"/>
            <a:ext cx="8595000" cy="5486400"/>
          </a:xfrm>
          <a:prstGeom prst="rect">
            <a:avLst/>
          </a:prstGeom>
          <a:noFill/>
          <a:ln w="0">
            <a:noFill/>
          </a:ln>
        </p:spPr>
        <p:txBody>
          <a:bodyPr lIns="91440" tIns="45720" rIns="91440" bIns="45720" anchor="t">
            <a:normAutofit lnSpcReduction="9999"/>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Provide a simple entry point for users to configure and run the agent from the terminal.</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Responsibilities: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Parse arguments (model, config, tools, verbosity, etc.)</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Validate input and show helpful error messages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Load configuration files and environment variables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Start/stop agent sessions and pass user prompts to the core engine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Inputs / Outputs: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Input: User commands, flags, and prompt text</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Output: Structured console output, logs, and exit codes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Highlights: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Consistent UX across environments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Easy integration with scripts and automation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282600" y="156240"/>
            <a:ext cx="8595000" cy="52956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3600" b="0" u="none" strike="noStrike">
                <a:solidFill>
                  <a:schemeClr val="dk1"/>
                </a:solidFill>
                <a:effectLst/>
                <a:uFillTx/>
                <a:latin typeface="Trebuchet MS"/>
              </a:rPr>
              <a:t>MODULE 2: Agent Reasoning Module</a:t>
            </a:r>
            <a:endParaRPr lang="en-US" sz="3600" b="1" u="none" strike="noStrike">
              <a:solidFill>
                <a:srgbClr val="000000"/>
              </a:solidFill>
              <a:effectLst/>
              <a:uFillTx/>
              <a:latin typeface="Arial"/>
            </a:endParaRPr>
          </a:p>
        </p:txBody>
      </p:sp>
      <p:sp>
        <p:nvSpPr>
          <p:cNvPr id="399" name="PlaceHolder 2"/>
          <p:cNvSpPr>
            <a:spLocks noGrp="1"/>
          </p:cNvSpPr>
          <p:nvPr>
            <p:ph/>
          </p:nvPr>
        </p:nvSpPr>
        <p:spPr>
          <a:xfrm>
            <a:off x="685800" y="914400"/>
            <a:ext cx="8595000" cy="5486400"/>
          </a:xfrm>
          <a:prstGeom prst="rect">
            <a:avLst/>
          </a:prstGeom>
          <a:noFill/>
          <a:ln w="0">
            <a:noFill/>
          </a:ln>
        </p:spPr>
        <p:txBody>
          <a:bodyPr lIns="91440" tIns="45720" rIns="91440" bIns="45720" anchor="t">
            <a:normAutofit lnSpcReduction="9999"/>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Drive the core “brain” of the system—planning, reasoning, and decision-making.</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Responsibilities: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Interpret user goals and break them into sub-tasks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Plan tool usage (shell, knowledge, memory, etc.)</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Iteratively refine answers based on intermediate results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Maintain internal state and context across a session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Inputs / Outputs: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Input: User prompt, configuration, memory, tool results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Output: Final responses, tool calls, and intermediate reasoning steps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Highlights: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Modular design to plug in different LLM backends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Extensible control loop for experiments and policy hooks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282600" y="156240"/>
            <a:ext cx="8595000" cy="52956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3600" b="0" u="none" strike="noStrike">
                <a:solidFill>
                  <a:schemeClr val="dk1"/>
                </a:solidFill>
                <a:effectLst/>
                <a:uFillTx/>
                <a:latin typeface="Trebuchet MS"/>
              </a:rPr>
              <a:t>MODULE 3: Policy and Security  </a:t>
            </a:r>
            <a:endParaRPr lang="en-US" sz="3600" b="1" u="none" strike="noStrike">
              <a:solidFill>
                <a:srgbClr val="000000"/>
              </a:solidFill>
              <a:effectLst/>
              <a:uFillTx/>
              <a:latin typeface="Arial"/>
            </a:endParaRPr>
          </a:p>
        </p:txBody>
      </p:sp>
      <p:sp>
        <p:nvSpPr>
          <p:cNvPr id="401" name="PlaceHolder 2"/>
          <p:cNvSpPr>
            <a:spLocks noGrp="1"/>
          </p:cNvSpPr>
          <p:nvPr>
            <p:ph/>
          </p:nvPr>
        </p:nvSpPr>
        <p:spPr>
          <a:xfrm>
            <a:off x="776160" y="1143000"/>
            <a:ext cx="8595000" cy="5486400"/>
          </a:xfrm>
          <a:prstGeom prst="rect">
            <a:avLst/>
          </a:prstGeom>
          <a:noFill/>
          <a:ln w="0">
            <a:noFill/>
          </a:ln>
        </p:spPr>
        <p:txBody>
          <a:bodyPr lIns="91440" tIns="45720" rIns="91440" bIns="45720" anchor="t">
            <a:normAutofit lnSpcReduction="9999"/>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Enforce safety, access control, and guardrails for tool and model usage.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Responsibilities: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Define policies for allowed/blocked commands and operations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Validate tool requests from the agent before execution</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Apply redaction / filtering to sensitive inputs and outputs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Log policy decisions for audit and debugging</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Inputs / Outputs: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Input: Proposed tool calls, user config, security rules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Output: Approved/rejected actions, sanitized content, alerts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Highlights: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Defense-in-depth for shell and file access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Configurable rules to adapt to different environments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74520" y="15624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Arial"/>
            </a:endParaRPr>
          </a:p>
        </p:txBody>
      </p:sp>
      <p:sp>
        <p:nvSpPr>
          <p:cNvPr id="403" name="PlaceHolder 2"/>
          <p:cNvSpPr>
            <a:spLocks noGrp="1"/>
          </p:cNvSpPr>
          <p:nvPr>
            <p:ph/>
          </p:nvPr>
        </p:nvSpPr>
        <p:spPr>
          <a:xfrm>
            <a:off x="547560" y="914400"/>
            <a:ext cx="8595000" cy="44467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demonstrates that AI-assisted system interaction does not require cloud dependency or unrestricted execution privileges. By enforcing strict architectural boundaries and adopting a local execution model, penguide provides a secure and efficient alternative to existing AI assistants. </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successfully integrates natural language understanding with traditional Linux command execution while maintaining transparency, privacy, and control.</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Future enhancements may include contextual memory, structured output formats, and integration with system monitoring tools, further extending penguide’s applicability in real-world Linux environments.</a:t>
            </a:r>
            <a:endParaRPr lang="en-US" sz="1800" b="0" u="none" strike="noStrike">
              <a:solidFill>
                <a:srgbClr val="000000"/>
              </a:solidFill>
              <a:effectLst/>
              <a:uFillTx/>
              <a:latin typeface="Arial"/>
            </a:endParaRPr>
          </a:p>
        </p:txBody>
      </p:sp>
      <p:sp>
        <p:nvSpPr>
          <p:cNvPr id="404" name="Cloud Callout 3"/>
          <p:cNvSpPr/>
          <p:nvPr/>
        </p:nvSpPr>
        <p:spPr>
          <a:xfrm>
            <a:off x="2986560" y="5048640"/>
            <a:ext cx="4657680" cy="127260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1243</TotalTime>
  <Application>LibreOffice/26.2.0.3$Linux_X86_64 LibreOffice_project/620$Build-3</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cp:lastPrinted>2026-02-24T09:27:24Z</cp:lastPrinted>
  <dcterms:modified xsi:type="dcterms:W3CDTF">2026-02-24T09:36:39Z</dcterms:modified>
  <cp:revision>25</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