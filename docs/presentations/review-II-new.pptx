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1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 defTabSz="457200"/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move the slide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dt" idx="5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ftr" idx="5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6"/>
          <p:cNvSpPr>
            <a:spLocks noGrp="1"/>
          </p:cNvSpPr>
          <p:nvPr>
            <p:ph type="sldNum" idx="5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6055C9-1BDC-4615-93A1-6BCC982AFB6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526311-239B-4FE2-A977-FC3CC9320D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6D8904-AE3B-4213-BCBD-4ED7A4B87F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A830B2-F6CE-41FB-BEC3-BC8D220B5B0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0C93FF-98B3-4378-B759-4D953C82336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1B8ABF-578C-4644-A7BE-36A0A510F99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394853-3BF5-489F-93C8-428363E6458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0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1EC3DD-4874-4953-A110-76B4542C944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2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2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58D552-51A0-43DE-8EB4-26E0945F63D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3B47B8-C5F1-4AC4-8D10-03216CC6EC6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035AEF-D149-4789-84AD-0166E0DDCB2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9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9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E69222-5E9D-4281-A7A0-232C1D4188D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1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AB5915-B3CF-45AF-A290-F92551ACBE9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DB782B-BC3A-42AB-9A94-26DD5D9E856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5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6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411EA0-1681-438E-9106-0F94FA20DBC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7932AA-8927-40A1-84B4-5482B391DBD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5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4C6290-E331-46EF-860D-8868590BB62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534262-0255-4953-A447-AE897E588B1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C35419-BFCA-4274-BBB4-3F2F807821E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ACF90A-331B-4E31-B06D-846FA863304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9600" cy="186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Penguide A Lightweight Local AI Agent for Secure Linux Command Assistance</a:t>
            </a:r>
            <a:endParaRPr lang="en-US" sz="32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PlaceHolder 2"/>
          <p:cNvSpPr txBox="1"/>
          <p:nvPr/>
        </p:nvSpPr>
        <p:spPr>
          <a:xfrm>
            <a:off x="2286000" y="2286000"/>
            <a:ext cx="8500320" cy="2828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TEAM MEMBERS : 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Vinisha. K   ( 620822205119 )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Thirisha. S ( 620822205115 )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Rethika. T  ( 620822205086 )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Yuvasri. S   ( 620822205124 )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GUIDE : MRS, Gayathri. M, AP/IT 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318960" y="27972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0" name="PlaceHolder 1"/>
          <p:cNvSpPr txBox="1"/>
          <p:nvPr/>
        </p:nvSpPr>
        <p:spPr>
          <a:xfrm>
            <a:off x="457200" y="1371600"/>
            <a:ext cx="9038160" cy="50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AI-powered assistants for system interaction suffer from several critical limitations. Most tools are cloud-dependent, creating privacy and reliability concerns.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 Many systems execute commands without sufficient restrictions, leading to potential security risks such as privilege escalation or destructive operations.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Additionally, AI assistants often behave like conversational chatbots, producing verbose explanations instead of actionable outputs, which reduces efficiency in real system workflows.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There is a lack of lightweight, locally deployable AI agents that can safely assist with Linux command execution while maintaining strict control over system behavior.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2" name="PlaceHolder 3"/>
          <p:cNvSpPr txBox="1"/>
          <p:nvPr/>
        </p:nvSpPr>
        <p:spPr>
          <a:xfrm>
            <a:off x="549000" y="1732680"/>
            <a:ext cx="8595000" cy="4439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primary objective of this project is to design and implement a secure, efficient, and local AI-based Linux command assistant. The system aims to: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Enable natural language interaction with Linux commands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Execute only safe, unprivileged system operations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Eliminate cloud dependency and preserve user privacy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Follow a deterministic, single-action execution model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 modularity for extensibility and auditability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588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4" name="Rectangle 3"/>
          <p:cNvSpPr/>
          <p:nvPr/>
        </p:nvSpPr>
        <p:spPr>
          <a:xfrm>
            <a:off x="379440" y="3570120"/>
            <a:ext cx="3501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4"/>
          <p:cNvSpPr txBox="1"/>
          <p:nvPr/>
        </p:nvSpPr>
        <p:spPr>
          <a:xfrm>
            <a:off x="834840" y="727920"/>
            <a:ext cx="8080560" cy="2701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AI assistants for system interaction operate as: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Cloud-hosted AI services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General-purpose conversational chatbots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Tools with unrestricted command execution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Examples include cloud IDE assistants, web-based AI shells, and remote AI agents.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6" name="Content Placeholder 1"/>
          <p:cNvSpPr/>
          <p:nvPr/>
        </p:nvSpPr>
        <p:spPr>
          <a:xfrm>
            <a:off x="685800" y="4156920"/>
            <a:ext cx="8080560" cy="27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Dependence on internet connectivity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Exposure of system data to third-party servers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latency and inconsistent response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Risk of executing unsafe or privileged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Excessive explanations instead of direct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8" name="Rectangle 4"/>
          <p:cNvSpPr/>
          <p:nvPr/>
        </p:nvSpPr>
        <p:spPr>
          <a:xfrm>
            <a:off x="184680" y="3560400"/>
            <a:ext cx="31222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 txBox="1"/>
          <p:nvPr/>
        </p:nvSpPr>
        <p:spPr>
          <a:xfrm>
            <a:off x="685800" y="946080"/>
            <a:ext cx="8595000" cy="2711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penguide is a local AI command agent that: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entirely on the user’s machine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Uses a local large language model for reasoning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Enforces strict command allowlists and policies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Executes at most one command per request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Content Placeholder 3"/>
          <p:cNvSpPr/>
          <p:nvPr/>
        </p:nvSpPr>
        <p:spPr>
          <a:xfrm>
            <a:off x="685800" y="4207680"/>
            <a:ext cx="8595000" cy="26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data privacy and offline capability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predictable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security through command restrictions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execution with minimal overhead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Scriptable and automation-friendly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73800" y="51120"/>
            <a:ext cx="884160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2" name=""/>
          <p:cNvSpPr/>
          <p:nvPr/>
        </p:nvSpPr>
        <p:spPr>
          <a:xfrm>
            <a:off x="3200760" y="4800960"/>
            <a:ext cx="3427560" cy="684360"/>
          </a:xfrm>
          <a:prstGeom prst="roundRect">
            <a:avLst>
              <a:gd name="adj" fmla="val 16667"/>
            </a:avLst>
          </a:prstGeom>
          <a:solidFill>
            <a:srgbClr val="F10D0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Shell Execution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200760" y="3886560"/>
            <a:ext cx="3427560" cy="684360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Policy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3200760" y="2972160"/>
            <a:ext cx="3427560" cy="68436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AI Agent (LLM)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3200760" y="2057760"/>
            <a:ext cx="3427560" cy="6843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Orchestrator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200760" y="1143360"/>
            <a:ext cx="3427560" cy="68436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User Input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200760" y="5715360"/>
            <a:ext cx="3427560" cy="684360"/>
          </a:xfrm>
          <a:prstGeom prst="roundRect">
            <a:avLst>
              <a:gd name="adj" fmla="val 16667"/>
            </a:avLst>
          </a:prstGeom>
          <a:solidFill>
            <a:srgbClr val="5EB9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800960" y="54867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4800960" y="45723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4800960" y="36576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1" name=""/>
          <p:cNvSpPr/>
          <p:nvPr/>
        </p:nvSpPr>
        <p:spPr>
          <a:xfrm>
            <a:off x="4800960" y="27435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4800960" y="18291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6440" cy="6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275760" y="3599280"/>
            <a:ext cx="3031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Content Placeholder 5"/>
          <p:cNvSpPr/>
          <p:nvPr/>
        </p:nvSpPr>
        <p:spPr>
          <a:xfrm>
            <a:off x="677880" y="1371960"/>
            <a:ext cx="8595000" cy="34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Command-Line Interface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Agent Reasoning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and Security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Shell Execution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6"/>
          <p:cNvSpPr txBox="1"/>
          <p:nvPr/>
        </p:nvSpPr>
        <p:spPr>
          <a:xfrm>
            <a:off x="282960" y="156600"/>
            <a:ext cx="8595000" cy="529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 1: Command-Line Interface </a:t>
            </a: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8" name="PlaceHolder 7"/>
          <p:cNvSpPr txBox="1"/>
          <p:nvPr/>
        </p:nvSpPr>
        <p:spPr>
          <a:xfrm>
            <a:off x="549000" y="1143000"/>
            <a:ext cx="859500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Provide a simple entry point for users to configure and run the agent from the terminal.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 Responsibilities: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Parse arguments (model, config, tools, verbosity, etc.)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 input and show helpful error messages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Load configuration files and environment variables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Start/stop agent sessions and pass user prompts to the core engine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Inputs / Outputs: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Input: User commands, flags, and prompt text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 Structured console output, logs, and exit codes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Highlights: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Consistent UX across environments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Easy integration with scripts and automation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8"/>
          <p:cNvSpPr txBox="1"/>
          <p:nvPr/>
        </p:nvSpPr>
        <p:spPr>
          <a:xfrm>
            <a:off x="282960" y="156600"/>
            <a:ext cx="8595000" cy="529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 2: Agent Reasoning Module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0" name="PlaceHolder 9"/>
          <p:cNvSpPr txBox="1"/>
          <p:nvPr/>
        </p:nvSpPr>
        <p:spPr>
          <a:xfrm>
            <a:off x="549000" y="1143000"/>
            <a:ext cx="859500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Drive the core “brain” of the system—planning, reasoning, and decision-making.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Interpret user goals and break them into sub-tasks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Plan tool usage (shell, knowledge, memory, etc.)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Iteratively refine answers based on intermediate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 internal state and context across a 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Inputs / Outputs: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Input: User prompt, configuration, memory, tool 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 Final responses, tool calls, and intermediate reasoning 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Highlights: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Modular design to plug in different LLM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Extensible control loop for experiments and policy hooks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0"/>
          <p:cNvSpPr txBox="1"/>
          <p:nvPr/>
        </p:nvSpPr>
        <p:spPr>
          <a:xfrm>
            <a:off x="282960" y="156600"/>
            <a:ext cx="8595000" cy="529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 3: Policy and Security 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2" name="PlaceHolder 11"/>
          <p:cNvSpPr txBox="1"/>
          <p:nvPr/>
        </p:nvSpPr>
        <p:spPr>
          <a:xfrm>
            <a:off x="549000" y="1143000"/>
            <a:ext cx="859500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Enforce safety, access control, and guardrails for tool and model usage.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Define policies for allowed/blocked commands and 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 tool requests from the agent before execution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Apply redaction / filtering to sensitive inputs and outputs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 policy decisions for audit and debugging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Inputs / Outputs: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Input: Proposed tool calls, user config, security rules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 Approved/rejected actions, sanitized content, alerts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Highlights: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Defense-in-depth for shell and file 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Configurable rules to adapt to different environments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4" name="Cloud Callout 3"/>
          <p:cNvSpPr/>
          <p:nvPr/>
        </p:nvSpPr>
        <p:spPr>
          <a:xfrm>
            <a:off x="2986560" y="5048640"/>
            <a:ext cx="4659120" cy="12740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2"/>
          <p:cNvSpPr txBox="1"/>
          <p:nvPr/>
        </p:nvSpPr>
        <p:spPr>
          <a:xfrm>
            <a:off x="685800" y="1039680"/>
            <a:ext cx="8595000" cy="4446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project demonstrates that AI-assisted system interaction does not require cloud dependency or unrestricted execution privileges. By enforcing strict architectural boundaries and adopting a local execution model, penguide provides a secure and efficient alternative to existing AI assistants.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system successfully integrates natural language understanding with traditional Linux command execution while maintaining transparency, privacy, and control.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Future enhancements may include contextual memory, structured output formats, and integration with system monitoring tools, further extending penguide’s applicability in real-world Linux environments.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1281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2026-02-24T09:34:26Z</dcterms:modified>
  <cp:revision>11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